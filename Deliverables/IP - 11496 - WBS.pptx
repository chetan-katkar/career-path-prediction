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72" r:id="rId5"/>
    <p:sldId id="2640" r:id="rId6"/>
    <p:sldId id="2683" r:id="rId7"/>
    <p:sldId id="73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>
        <p:scale>
          <a:sx n="75" d="100"/>
          <a:sy n="75" d="100"/>
        </p:scale>
        <p:origin x="63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B48FD0-5D93-EB41-A9B4-C47A971CEF84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8E962DE1-4738-4A49-81C3-B326D40A0EAC}">
      <dgm:prSet phldrT="[Text]"/>
      <dgm:spPr/>
      <dgm:t>
        <a:bodyPr/>
        <a:lstStyle/>
        <a:p>
          <a:r>
            <a:rPr lang="en-GB" dirty="0"/>
            <a:t>Project Goal</a:t>
          </a:r>
        </a:p>
      </dgm:t>
    </dgm:pt>
    <dgm:pt modelId="{30A119DB-B191-C544-A9D2-EFEA586523E2}" type="parTrans" cxnId="{7540210B-C96A-904E-B82B-B82F7D71B2E1}">
      <dgm:prSet/>
      <dgm:spPr/>
      <dgm:t>
        <a:bodyPr/>
        <a:lstStyle/>
        <a:p>
          <a:endParaRPr lang="en-GB"/>
        </a:p>
      </dgm:t>
    </dgm:pt>
    <dgm:pt modelId="{46F9F415-C78E-8A4D-B65A-EED8FEF84375}" type="sibTrans" cxnId="{7540210B-C96A-904E-B82B-B82F7D71B2E1}">
      <dgm:prSet/>
      <dgm:spPr/>
      <dgm:t>
        <a:bodyPr/>
        <a:lstStyle/>
        <a:p>
          <a:endParaRPr lang="en-GB"/>
        </a:p>
      </dgm:t>
    </dgm:pt>
    <dgm:pt modelId="{95541517-5C40-324C-8D08-90B74FE9D22F}">
      <dgm:prSet phldrT="[Text]"/>
      <dgm:spPr>
        <a:ln>
          <a:solidFill>
            <a:schemeClr val="accent3"/>
          </a:solidFill>
        </a:ln>
      </dgm:spPr>
      <dgm:t>
        <a:bodyPr/>
        <a:lstStyle/>
        <a:p>
          <a:r>
            <a:rPr lang="en-GB" dirty="0"/>
            <a:t>Phases</a:t>
          </a:r>
        </a:p>
      </dgm:t>
    </dgm:pt>
    <dgm:pt modelId="{50501FE9-D07E-9342-8796-963E6B6BD7FB}" type="parTrans" cxnId="{0DEA3BF2-D51B-5F45-92C0-48272BA1CC37}">
      <dgm:prSet/>
      <dgm:spPr/>
      <dgm:t>
        <a:bodyPr/>
        <a:lstStyle/>
        <a:p>
          <a:endParaRPr lang="en-GB"/>
        </a:p>
      </dgm:t>
    </dgm:pt>
    <dgm:pt modelId="{7465AB8D-3C6D-3B43-9734-861A6EE390F5}" type="sibTrans" cxnId="{0DEA3BF2-D51B-5F45-92C0-48272BA1CC37}">
      <dgm:prSet/>
      <dgm:spPr/>
      <dgm:t>
        <a:bodyPr/>
        <a:lstStyle/>
        <a:p>
          <a:endParaRPr lang="en-GB"/>
        </a:p>
      </dgm:t>
    </dgm:pt>
    <dgm:pt modelId="{97210269-E852-B34F-9860-4CE69E266C74}">
      <dgm:prSet phldrT="[Text]"/>
      <dgm:spPr>
        <a:ln>
          <a:solidFill>
            <a:schemeClr val="accent6"/>
          </a:solidFill>
        </a:ln>
      </dgm:spPr>
      <dgm:t>
        <a:bodyPr/>
        <a:lstStyle/>
        <a:p>
          <a:r>
            <a:rPr lang="en-GB" dirty="0"/>
            <a:t>Stages</a:t>
          </a:r>
        </a:p>
      </dgm:t>
    </dgm:pt>
    <dgm:pt modelId="{A12EFB3F-4A50-AA44-8DDA-95D7F3AFB624}" type="parTrans" cxnId="{4B3E1CDF-E4EC-7541-B2C2-235BB31EF03E}">
      <dgm:prSet/>
      <dgm:spPr/>
      <dgm:t>
        <a:bodyPr/>
        <a:lstStyle/>
        <a:p>
          <a:endParaRPr lang="en-GB"/>
        </a:p>
      </dgm:t>
    </dgm:pt>
    <dgm:pt modelId="{763BEA95-8F63-0346-9E39-860738CBF495}" type="sibTrans" cxnId="{4B3E1CDF-E4EC-7541-B2C2-235BB31EF03E}">
      <dgm:prSet/>
      <dgm:spPr/>
      <dgm:t>
        <a:bodyPr/>
        <a:lstStyle/>
        <a:p>
          <a:endParaRPr lang="en-GB"/>
        </a:p>
      </dgm:t>
    </dgm:pt>
    <dgm:pt modelId="{9790A982-267D-DA46-B10A-993A7C6C84C3}">
      <dgm:prSet phldrT="[Text]"/>
      <dgm:spPr>
        <a:ln>
          <a:solidFill>
            <a:schemeClr val="accent5"/>
          </a:solidFill>
        </a:ln>
      </dgm:spPr>
      <dgm:t>
        <a:bodyPr/>
        <a:lstStyle/>
        <a:p>
          <a:r>
            <a:rPr lang="en-GB" dirty="0"/>
            <a:t>Activities/</a:t>
          </a:r>
        </a:p>
        <a:p>
          <a:r>
            <a:rPr lang="en-GB" dirty="0"/>
            <a:t>Deliverables</a:t>
          </a:r>
        </a:p>
      </dgm:t>
    </dgm:pt>
    <dgm:pt modelId="{A9F8A691-DCD9-A241-8A4D-C3B818A66177}" type="parTrans" cxnId="{6EEDF943-7FDC-DB46-97A7-F7D978F43E1C}">
      <dgm:prSet/>
      <dgm:spPr/>
      <dgm:t>
        <a:bodyPr/>
        <a:lstStyle/>
        <a:p>
          <a:endParaRPr lang="en-GB"/>
        </a:p>
      </dgm:t>
    </dgm:pt>
    <dgm:pt modelId="{AA09F7D0-411F-024F-BC2F-1C12A5FCE5E3}" type="sibTrans" cxnId="{6EEDF943-7FDC-DB46-97A7-F7D978F43E1C}">
      <dgm:prSet/>
      <dgm:spPr/>
      <dgm:t>
        <a:bodyPr/>
        <a:lstStyle/>
        <a:p>
          <a:endParaRPr lang="en-GB"/>
        </a:p>
      </dgm:t>
    </dgm:pt>
    <dgm:pt modelId="{D1720AF2-6559-564D-AD6D-99842F359517}">
      <dgm:prSet phldrT="[Text]"/>
      <dgm:spPr>
        <a:ln>
          <a:solidFill>
            <a:schemeClr val="accent1"/>
          </a:solidFill>
        </a:ln>
      </dgm:spPr>
      <dgm:t>
        <a:bodyPr/>
        <a:lstStyle/>
        <a:p>
          <a:r>
            <a:rPr lang="en-GB" dirty="0"/>
            <a:t>Tasks</a:t>
          </a:r>
        </a:p>
      </dgm:t>
    </dgm:pt>
    <dgm:pt modelId="{057EEC92-BEBA-6C40-9610-C0660AF939B6}" type="parTrans" cxnId="{B4E13BCF-2F7F-694E-832D-6D9A27203BB5}">
      <dgm:prSet/>
      <dgm:spPr/>
      <dgm:t>
        <a:bodyPr/>
        <a:lstStyle/>
        <a:p>
          <a:endParaRPr lang="en-GB"/>
        </a:p>
      </dgm:t>
    </dgm:pt>
    <dgm:pt modelId="{B747BD9C-114F-CF4E-B97E-BDF56DFEA73A}" type="sibTrans" cxnId="{B4E13BCF-2F7F-694E-832D-6D9A27203BB5}">
      <dgm:prSet/>
      <dgm:spPr/>
      <dgm:t>
        <a:bodyPr/>
        <a:lstStyle/>
        <a:p>
          <a:endParaRPr lang="en-GB"/>
        </a:p>
      </dgm:t>
    </dgm:pt>
    <dgm:pt modelId="{E048E48C-C709-114C-9319-08A894F83B04}" type="pres">
      <dgm:prSet presAssocID="{71B48FD0-5D93-EB41-A9B4-C47A971CEF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044A43-2F1D-0246-825F-8E451A385597}" type="pres">
      <dgm:prSet presAssocID="{8E962DE1-4738-4A49-81C3-B326D40A0EAC}" presName="hierRoot1" presStyleCnt="0"/>
      <dgm:spPr/>
    </dgm:pt>
    <dgm:pt modelId="{1E6F5C57-D125-E44C-84C4-A45F1E7A1CE7}" type="pres">
      <dgm:prSet presAssocID="{8E962DE1-4738-4A49-81C3-B326D40A0EAC}" presName="composite" presStyleCnt="0"/>
      <dgm:spPr/>
    </dgm:pt>
    <dgm:pt modelId="{9EDD8629-848B-4944-9471-C18C04288B4E}" type="pres">
      <dgm:prSet presAssocID="{8E962DE1-4738-4A49-81C3-B326D40A0EAC}" presName="background" presStyleLbl="node0" presStyleIdx="0" presStyleCnt="5"/>
      <dgm:spPr/>
    </dgm:pt>
    <dgm:pt modelId="{8DF37A63-B7FC-564F-BE04-1E9B0C28B429}" type="pres">
      <dgm:prSet presAssocID="{8E962DE1-4738-4A49-81C3-B326D40A0EAC}" presName="text" presStyleLbl="fgAcc0" presStyleIdx="0" presStyleCnt="5">
        <dgm:presLayoutVars>
          <dgm:chPref val="3"/>
        </dgm:presLayoutVars>
      </dgm:prSet>
      <dgm:spPr/>
    </dgm:pt>
    <dgm:pt modelId="{32F60EBB-771E-EB4B-A42C-B3E797B2FC3E}" type="pres">
      <dgm:prSet presAssocID="{8E962DE1-4738-4A49-81C3-B326D40A0EAC}" presName="hierChild2" presStyleCnt="0"/>
      <dgm:spPr/>
    </dgm:pt>
    <dgm:pt modelId="{2964EF16-69F1-AC45-84CD-A41518CB60B5}" type="pres">
      <dgm:prSet presAssocID="{95541517-5C40-324C-8D08-90B74FE9D22F}" presName="hierRoot1" presStyleCnt="0"/>
      <dgm:spPr/>
    </dgm:pt>
    <dgm:pt modelId="{424FE324-2E0F-FE45-A6BE-9224620799B6}" type="pres">
      <dgm:prSet presAssocID="{95541517-5C40-324C-8D08-90B74FE9D22F}" presName="composite" presStyleCnt="0"/>
      <dgm:spPr/>
    </dgm:pt>
    <dgm:pt modelId="{31A1B010-BC44-A542-B40A-845955C0FA85}" type="pres">
      <dgm:prSet presAssocID="{95541517-5C40-324C-8D08-90B74FE9D22F}" presName="background" presStyleLbl="node0" presStyleIdx="1" presStyleCnt="5"/>
      <dgm:spPr>
        <a:solidFill>
          <a:schemeClr val="accent3"/>
        </a:solidFill>
      </dgm:spPr>
    </dgm:pt>
    <dgm:pt modelId="{33300F94-8E67-C949-AF70-3D75417A189C}" type="pres">
      <dgm:prSet presAssocID="{95541517-5C40-324C-8D08-90B74FE9D22F}" presName="text" presStyleLbl="fgAcc0" presStyleIdx="1" presStyleCnt="5">
        <dgm:presLayoutVars>
          <dgm:chPref val="3"/>
        </dgm:presLayoutVars>
      </dgm:prSet>
      <dgm:spPr/>
    </dgm:pt>
    <dgm:pt modelId="{82995BAA-4EF6-C447-8CC3-8333E7616906}" type="pres">
      <dgm:prSet presAssocID="{95541517-5C40-324C-8D08-90B74FE9D22F}" presName="hierChild2" presStyleCnt="0"/>
      <dgm:spPr/>
    </dgm:pt>
    <dgm:pt modelId="{FFFA3648-299B-3A4C-B183-2DBDC94AB296}" type="pres">
      <dgm:prSet presAssocID="{97210269-E852-B34F-9860-4CE69E266C74}" presName="hierRoot1" presStyleCnt="0"/>
      <dgm:spPr/>
    </dgm:pt>
    <dgm:pt modelId="{E6ECE1EB-336B-6E47-B8F9-D2C759C8C056}" type="pres">
      <dgm:prSet presAssocID="{97210269-E852-B34F-9860-4CE69E266C74}" presName="composite" presStyleCnt="0"/>
      <dgm:spPr/>
    </dgm:pt>
    <dgm:pt modelId="{45C8B40E-7096-4046-AA1B-D9B0F99315CF}" type="pres">
      <dgm:prSet presAssocID="{97210269-E852-B34F-9860-4CE69E266C74}" presName="background" presStyleLbl="node0" presStyleIdx="2" presStyleCnt="5"/>
      <dgm:spPr>
        <a:solidFill>
          <a:schemeClr val="accent6"/>
        </a:solidFill>
      </dgm:spPr>
    </dgm:pt>
    <dgm:pt modelId="{F582A21B-5768-2245-AE92-89794AEE8916}" type="pres">
      <dgm:prSet presAssocID="{97210269-E852-B34F-9860-4CE69E266C74}" presName="text" presStyleLbl="fgAcc0" presStyleIdx="2" presStyleCnt="5">
        <dgm:presLayoutVars>
          <dgm:chPref val="3"/>
        </dgm:presLayoutVars>
      </dgm:prSet>
      <dgm:spPr/>
    </dgm:pt>
    <dgm:pt modelId="{4FE3FCCF-06F7-BF45-AC1D-2E6A9DF1561B}" type="pres">
      <dgm:prSet presAssocID="{97210269-E852-B34F-9860-4CE69E266C74}" presName="hierChild2" presStyleCnt="0"/>
      <dgm:spPr/>
    </dgm:pt>
    <dgm:pt modelId="{4402F540-82F9-2549-A695-CAD075D669FE}" type="pres">
      <dgm:prSet presAssocID="{9790A982-267D-DA46-B10A-993A7C6C84C3}" presName="hierRoot1" presStyleCnt="0"/>
      <dgm:spPr/>
    </dgm:pt>
    <dgm:pt modelId="{6B491A6A-3DE2-6640-A89D-AC6610941DC9}" type="pres">
      <dgm:prSet presAssocID="{9790A982-267D-DA46-B10A-993A7C6C84C3}" presName="composite" presStyleCnt="0"/>
      <dgm:spPr/>
    </dgm:pt>
    <dgm:pt modelId="{B36D39D6-D6C4-4840-9C14-711CFCB9FB46}" type="pres">
      <dgm:prSet presAssocID="{9790A982-267D-DA46-B10A-993A7C6C84C3}" presName="background" presStyleLbl="node0" presStyleIdx="3" presStyleCnt="5"/>
      <dgm:spPr>
        <a:solidFill>
          <a:schemeClr val="accent5"/>
        </a:solidFill>
      </dgm:spPr>
    </dgm:pt>
    <dgm:pt modelId="{391427C1-C1EC-DB4A-9FE1-BA245B41E175}" type="pres">
      <dgm:prSet presAssocID="{9790A982-267D-DA46-B10A-993A7C6C84C3}" presName="text" presStyleLbl="fgAcc0" presStyleIdx="3" presStyleCnt="5">
        <dgm:presLayoutVars>
          <dgm:chPref val="3"/>
        </dgm:presLayoutVars>
      </dgm:prSet>
      <dgm:spPr/>
    </dgm:pt>
    <dgm:pt modelId="{01DFA3EA-1D18-6D4C-AB4A-FC0490B7A65B}" type="pres">
      <dgm:prSet presAssocID="{9790A982-267D-DA46-B10A-993A7C6C84C3}" presName="hierChild2" presStyleCnt="0"/>
      <dgm:spPr/>
    </dgm:pt>
    <dgm:pt modelId="{F592CD45-9DEC-734E-8802-B32ABA6F0FB3}" type="pres">
      <dgm:prSet presAssocID="{D1720AF2-6559-564D-AD6D-99842F359517}" presName="hierRoot1" presStyleCnt="0"/>
      <dgm:spPr/>
    </dgm:pt>
    <dgm:pt modelId="{A317E6E0-7828-8E4F-AFD2-1E8D390A015B}" type="pres">
      <dgm:prSet presAssocID="{D1720AF2-6559-564D-AD6D-99842F359517}" presName="composite" presStyleCnt="0"/>
      <dgm:spPr/>
    </dgm:pt>
    <dgm:pt modelId="{EEB7F8B6-B314-2044-A89E-7BD7C1199DDD}" type="pres">
      <dgm:prSet presAssocID="{D1720AF2-6559-564D-AD6D-99842F359517}" presName="background" presStyleLbl="node0" presStyleIdx="4" presStyleCnt="5"/>
      <dgm:spPr>
        <a:solidFill>
          <a:schemeClr val="accent1"/>
        </a:solidFill>
      </dgm:spPr>
    </dgm:pt>
    <dgm:pt modelId="{B58C05BA-02E1-0C42-BA91-C55DF820E0AF}" type="pres">
      <dgm:prSet presAssocID="{D1720AF2-6559-564D-AD6D-99842F359517}" presName="text" presStyleLbl="fgAcc0" presStyleIdx="4" presStyleCnt="5">
        <dgm:presLayoutVars>
          <dgm:chPref val="3"/>
        </dgm:presLayoutVars>
      </dgm:prSet>
      <dgm:spPr/>
    </dgm:pt>
    <dgm:pt modelId="{5657B57B-6C25-8249-80D9-35B496A84F26}" type="pres">
      <dgm:prSet presAssocID="{D1720AF2-6559-564D-AD6D-99842F359517}" presName="hierChild2" presStyleCnt="0"/>
      <dgm:spPr/>
    </dgm:pt>
  </dgm:ptLst>
  <dgm:cxnLst>
    <dgm:cxn modelId="{7540210B-C96A-904E-B82B-B82F7D71B2E1}" srcId="{71B48FD0-5D93-EB41-A9B4-C47A971CEF84}" destId="{8E962DE1-4738-4A49-81C3-B326D40A0EAC}" srcOrd="0" destOrd="0" parTransId="{30A119DB-B191-C544-A9D2-EFEA586523E2}" sibTransId="{46F9F415-C78E-8A4D-B65A-EED8FEF84375}"/>
    <dgm:cxn modelId="{40B15110-AB54-B244-A5F5-C109ACF05D40}" type="presOf" srcId="{8E962DE1-4738-4A49-81C3-B326D40A0EAC}" destId="{8DF37A63-B7FC-564F-BE04-1E9B0C28B429}" srcOrd="0" destOrd="0" presId="urn:microsoft.com/office/officeart/2005/8/layout/hierarchy1"/>
    <dgm:cxn modelId="{AB271C34-7EB6-9F49-A5DE-E69804246211}" type="presOf" srcId="{71B48FD0-5D93-EB41-A9B4-C47A971CEF84}" destId="{E048E48C-C709-114C-9319-08A894F83B04}" srcOrd="0" destOrd="0" presId="urn:microsoft.com/office/officeart/2005/8/layout/hierarchy1"/>
    <dgm:cxn modelId="{664AA93E-8D2B-DB4F-9244-5FE8683B48D3}" type="presOf" srcId="{D1720AF2-6559-564D-AD6D-99842F359517}" destId="{B58C05BA-02E1-0C42-BA91-C55DF820E0AF}" srcOrd="0" destOrd="0" presId="urn:microsoft.com/office/officeart/2005/8/layout/hierarchy1"/>
    <dgm:cxn modelId="{6EEDF943-7FDC-DB46-97A7-F7D978F43E1C}" srcId="{71B48FD0-5D93-EB41-A9B4-C47A971CEF84}" destId="{9790A982-267D-DA46-B10A-993A7C6C84C3}" srcOrd="3" destOrd="0" parTransId="{A9F8A691-DCD9-A241-8A4D-C3B818A66177}" sibTransId="{AA09F7D0-411F-024F-BC2F-1C12A5FCE5E3}"/>
    <dgm:cxn modelId="{B1D8D750-611E-D340-9BE7-91B4544DE41E}" type="presOf" srcId="{95541517-5C40-324C-8D08-90B74FE9D22F}" destId="{33300F94-8E67-C949-AF70-3D75417A189C}" srcOrd="0" destOrd="0" presId="urn:microsoft.com/office/officeart/2005/8/layout/hierarchy1"/>
    <dgm:cxn modelId="{F8148477-2935-4A40-8861-2F882A0B5669}" type="presOf" srcId="{9790A982-267D-DA46-B10A-993A7C6C84C3}" destId="{391427C1-C1EC-DB4A-9FE1-BA245B41E175}" srcOrd="0" destOrd="0" presId="urn:microsoft.com/office/officeart/2005/8/layout/hierarchy1"/>
    <dgm:cxn modelId="{CE6FF1C2-330C-1242-8128-3E550240C204}" type="presOf" srcId="{97210269-E852-B34F-9860-4CE69E266C74}" destId="{F582A21B-5768-2245-AE92-89794AEE8916}" srcOrd="0" destOrd="0" presId="urn:microsoft.com/office/officeart/2005/8/layout/hierarchy1"/>
    <dgm:cxn modelId="{B4E13BCF-2F7F-694E-832D-6D9A27203BB5}" srcId="{71B48FD0-5D93-EB41-A9B4-C47A971CEF84}" destId="{D1720AF2-6559-564D-AD6D-99842F359517}" srcOrd="4" destOrd="0" parTransId="{057EEC92-BEBA-6C40-9610-C0660AF939B6}" sibTransId="{B747BD9C-114F-CF4E-B97E-BDF56DFEA73A}"/>
    <dgm:cxn modelId="{4B3E1CDF-E4EC-7541-B2C2-235BB31EF03E}" srcId="{71B48FD0-5D93-EB41-A9B4-C47A971CEF84}" destId="{97210269-E852-B34F-9860-4CE69E266C74}" srcOrd="2" destOrd="0" parTransId="{A12EFB3F-4A50-AA44-8DDA-95D7F3AFB624}" sibTransId="{763BEA95-8F63-0346-9E39-860738CBF495}"/>
    <dgm:cxn modelId="{0DEA3BF2-D51B-5F45-92C0-48272BA1CC37}" srcId="{71B48FD0-5D93-EB41-A9B4-C47A971CEF84}" destId="{95541517-5C40-324C-8D08-90B74FE9D22F}" srcOrd="1" destOrd="0" parTransId="{50501FE9-D07E-9342-8796-963E6B6BD7FB}" sibTransId="{7465AB8D-3C6D-3B43-9734-861A6EE390F5}"/>
    <dgm:cxn modelId="{2D6D8D23-120C-DA43-BABC-B72381F49719}" type="presParOf" srcId="{E048E48C-C709-114C-9319-08A894F83B04}" destId="{91044A43-2F1D-0246-825F-8E451A385597}" srcOrd="0" destOrd="0" presId="urn:microsoft.com/office/officeart/2005/8/layout/hierarchy1"/>
    <dgm:cxn modelId="{F17F5F4C-48F3-4740-BA41-DFA6A5A757E4}" type="presParOf" srcId="{91044A43-2F1D-0246-825F-8E451A385597}" destId="{1E6F5C57-D125-E44C-84C4-A45F1E7A1CE7}" srcOrd="0" destOrd="0" presId="urn:microsoft.com/office/officeart/2005/8/layout/hierarchy1"/>
    <dgm:cxn modelId="{FA992392-BEF6-2040-BDF3-F8C62A90D159}" type="presParOf" srcId="{1E6F5C57-D125-E44C-84C4-A45F1E7A1CE7}" destId="{9EDD8629-848B-4944-9471-C18C04288B4E}" srcOrd="0" destOrd="0" presId="urn:microsoft.com/office/officeart/2005/8/layout/hierarchy1"/>
    <dgm:cxn modelId="{FD9600C4-8BF1-DB4C-AE7E-4F9DDA9AE337}" type="presParOf" srcId="{1E6F5C57-D125-E44C-84C4-A45F1E7A1CE7}" destId="{8DF37A63-B7FC-564F-BE04-1E9B0C28B429}" srcOrd="1" destOrd="0" presId="urn:microsoft.com/office/officeart/2005/8/layout/hierarchy1"/>
    <dgm:cxn modelId="{0CB774F2-183A-084F-BC1C-700AAA85D32E}" type="presParOf" srcId="{91044A43-2F1D-0246-825F-8E451A385597}" destId="{32F60EBB-771E-EB4B-A42C-B3E797B2FC3E}" srcOrd="1" destOrd="0" presId="urn:microsoft.com/office/officeart/2005/8/layout/hierarchy1"/>
    <dgm:cxn modelId="{33FA68F3-EB70-D749-A32B-BB8F1D332519}" type="presParOf" srcId="{E048E48C-C709-114C-9319-08A894F83B04}" destId="{2964EF16-69F1-AC45-84CD-A41518CB60B5}" srcOrd="1" destOrd="0" presId="urn:microsoft.com/office/officeart/2005/8/layout/hierarchy1"/>
    <dgm:cxn modelId="{372C7133-D635-7240-B31C-09B3EBF436F5}" type="presParOf" srcId="{2964EF16-69F1-AC45-84CD-A41518CB60B5}" destId="{424FE324-2E0F-FE45-A6BE-9224620799B6}" srcOrd="0" destOrd="0" presId="urn:microsoft.com/office/officeart/2005/8/layout/hierarchy1"/>
    <dgm:cxn modelId="{9E33B1EF-755D-F04B-B4B2-DF4BC77A170B}" type="presParOf" srcId="{424FE324-2E0F-FE45-A6BE-9224620799B6}" destId="{31A1B010-BC44-A542-B40A-845955C0FA85}" srcOrd="0" destOrd="0" presId="urn:microsoft.com/office/officeart/2005/8/layout/hierarchy1"/>
    <dgm:cxn modelId="{FC566D01-A227-5F4A-83CA-997D6F31FBBF}" type="presParOf" srcId="{424FE324-2E0F-FE45-A6BE-9224620799B6}" destId="{33300F94-8E67-C949-AF70-3D75417A189C}" srcOrd="1" destOrd="0" presId="urn:microsoft.com/office/officeart/2005/8/layout/hierarchy1"/>
    <dgm:cxn modelId="{025B5239-817E-1F49-A2C8-DA32229C2CB2}" type="presParOf" srcId="{2964EF16-69F1-AC45-84CD-A41518CB60B5}" destId="{82995BAA-4EF6-C447-8CC3-8333E7616906}" srcOrd="1" destOrd="0" presId="urn:microsoft.com/office/officeart/2005/8/layout/hierarchy1"/>
    <dgm:cxn modelId="{B7335337-472A-FD47-8E98-7A63E328E261}" type="presParOf" srcId="{E048E48C-C709-114C-9319-08A894F83B04}" destId="{FFFA3648-299B-3A4C-B183-2DBDC94AB296}" srcOrd="2" destOrd="0" presId="urn:microsoft.com/office/officeart/2005/8/layout/hierarchy1"/>
    <dgm:cxn modelId="{B5A6F36B-48F5-EF4D-9E1C-4EB65DAF1303}" type="presParOf" srcId="{FFFA3648-299B-3A4C-B183-2DBDC94AB296}" destId="{E6ECE1EB-336B-6E47-B8F9-D2C759C8C056}" srcOrd="0" destOrd="0" presId="urn:microsoft.com/office/officeart/2005/8/layout/hierarchy1"/>
    <dgm:cxn modelId="{61B03A76-8E67-FB4A-A866-59C3AD58FC6A}" type="presParOf" srcId="{E6ECE1EB-336B-6E47-B8F9-D2C759C8C056}" destId="{45C8B40E-7096-4046-AA1B-D9B0F99315CF}" srcOrd="0" destOrd="0" presId="urn:microsoft.com/office/officeart/2005/8/layout/hierarchy1"/>
    <dgm:cxn modelId="{C2DCD798-BE34-8C4D-AD07-734006DDF9AE}" type="presParOf" srcId="{E6ECE1EB-336B-6E47-B8F9-D2C759C8C056}" destId="{F582A21B-5768-2245-AE92-89794AEE8916}" srcOrd="1" destOrd="0" presId="urn:microsoft.com/office/officeart/2005/8/layout/hierarchy1"/>
    <dgm:cxn modelId="{99084566-8117-FA48-9EA8-0B0B48FA55C6}" type="presParOf" srcId="{FFFA3648-299B-3A4C-B183-2DBDC94AB296}" destId="{4FE3FCCF-06F7-BF45-AC1D-2E6A9DF1561B}" srcOrd="1" destOrd="0" presId="urn:microsoft.com/office/officeart/2005/8/layout/hierarchy1"/>
    <dgm:cxn modelId="{5AE6CE41-13F6-054A-B960-ED4C93B32E4D}" type="presParOf" srcId="{E048E48C-C709-114C-9319-08A894F83B04}" destId="{4402F540-82F9-2549-A695-CAD075D669FE}" srcOrd="3" destOrd="0" presId="urn:microsoft.com/office/officeart/2005/8/layout/hierarchy1"/>
    <dgm:cxn modelId="{5D152BFF-F8C3-B644-A72C-ACA15190BC33}" type="presParOf" srcId="{4402F540-82F9-2549-A695-CAD075D669FE}" destId="{6B491A6A-3DE2-6640-A89D-AC6610941DC9}" srcOrd="0" destOrd="0" presId="urn:microsoft.com/office/officeart/2005/8/layout/hierarchy1"/>
    <dgm:cxn modelId="{9B5F4055-E6DA-264E-8B8C-6447CC48DA4E}" type="presParOf" srcId="{6B491A6A-3DE2-6640-A89D-AC6610941DC9}" destId="{B36D39D6-D6C4-4840-9C14-711CFCB9FB46}" srcOrd="0" destOrd="0" presId="urn:microsoft.com/office/officeart/2005/8/layout/hierarchy1"/>
    <dgm:cxn modelId="{8BC272EB-B45D-C740-827C-38A53B7A2ABB}" type="presParOf" srcId="{6B491A6A-3DE2-6640-A89D-AC6610941DC9}" destId="{391427C1-C1EC-DB4A-9FE1-BA245B41E175}" srcOrd="1" destOrd="0" presId="urn:microsoft.com/office/officeart/2005/8/layout/hierarchy1"/>
    <dgm:cxn modelId="{0D80B115-5742-6C40-9121-2FE093699B2C}" type="presParOf" srcId="{4402F540-82F9-2549-A695-CAD075D669FE}" destId="{01DFA3EA-1D18-6D4C-AB4A-FC0490B7A65B}" srcOrd="1" destOrd="0" presId="urn:microsoft.com/office/officeart/2005/8/layout/hierarchy1"/>
    <dgm:cxn modelId="{C8755CA6-3B1F-B94D-90B9-D85F0AC0FEE9}" type="presParOf" srcId="{E048E48C-C709-114C-9319-08A894F83B04}" destId="{F592CD45-9DEC-734E-8802-B32ABA6F0FB3}" srcOrd="4" destOrd="0" presId="urn:microsoft.com/office/officeart/2005/8/layout/hierarchy1"/>
    <dgm:cxn modelId="{E0ABFCC3-02A9-E043-AF8C-33B26DC78906}" type="presParOf" srcId="{F592CD45-9DEC-734E-8802-B32ABA6F0FB3}" destId="{A317E6E0-7828-8E4F-AFD2-1E8D390A015B}" srcOrd="0" destOrd="0" presId="urn:microsoft.com/office/officeart/2005/8/layout/hierarchy1"/>
    <dgm:cxn modelId="{5721EF68-DE81-DC44-B753-FD223D144AAA}" type="presParOf" srcId="{A317E6E0-7828-8E4F-AFD2-1E8D390A015B}" destId="{EEB7F8B6-B314-2044-A89E-7BD7C1199DDD}" srcOrd="0" destOrd="0" presId="urn:microsoft.com/office/officeart/2005/8/layout/hierarchy1"/>
    <dgm:cxn modelId="{6AB55ACF-4F55-694F-A0C3-60EACC472493}" type="presParOf" srcId="{A317E6E0-7828-8E4F-AFD2-1E8D390A015B}" destId="{B58C05BA-02E1-0C42-BA91-C55DF820E0AF}" srcOrd="1" destOrd="0" presId="urn:microsoft.com/office/officeart/2005/8/layout/hierarchy1"/>
    <dgm:cxn modelId="{4DE8DDC1-69AF-174B-A150-A912B8DF6811}" type="presParOf" srcId="{F592CD45-9DEC-734E-8802-B32ABA6F0FB3}" destId="{5657B57B-6C25-8249-80D9-35B496A84F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ID" sz="1800" b="0" i="0" dirty="0"/>
            <a:t>Career Path Prediction System</a:t>
          </a:r>
          <a:endParaRPr lang="en-GB" sz="1800" b="1" dirty="0"/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ID" sz="1200" b="0" i="0" dirty="0"/>
            <a:t> Design</a:t>
          </a:r>
          <a:endParaRPr lang="en-GB" sz="1200" dirty="0"/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A298D195-21C4-49DD-9DCA-86D7EF531337}">
      <dgm:prSet phldrT="[Text]" custT="1"/>
      <dgm:spPr/>
      <dgm:t>
        <a:bodyPr/>
        <a:lstStyle/>
        <a:p>
          <a:pPr>
            <a:buNone/>
          </a:pPr>
          <a:r>
            <a:rPr lang="en-ID" sz="1200" b="0" i="0" dirty="0"/>
            <a:t>Requirement Questionnaire</a:t>
          </a:r>
          <a:endParaRPr lang="en-GB" sz="1200" dirty="0"/>
        </a:p>
      </dgm:t>
    </dgm:pt>
    <dgm:pt modelId="{4344F4D2-5B9F-4953-B69E-7F711BAA9CE4}" type="parTrans" cxnId="{09460349-D9BD-44F4-BD65-EFAD148C0C4A}">
      <dgm:prSet/>
      <dgm:spPr/>
      <dgm:t>
        <a:bodyPr/>
        <a:lstStyle/>
        <a:p>
          <a:endParaRPr lang="en-ID"/>
        </a:p>
      </dgm:t>
    </dgm:pt>
    <dgm:pt modelId="{821268C5-4CBF-4B92-95E5-7022090066C6}" type="sibTrans" cxnId="{09460349-D9BD-44F4-BD65-EFAD148C0C4A}">
      <dgm:prSet/>
      <dgm:spPr/>
      <dgm:t>
        <a:bodyPr/>
        <a:lstStyle/>
        <a:p>
          <a:endParaRPr lang="en-ID"/>
        </a:p>
      </dgm:t>
    </dgm:pt>
    <dgm:pt modelId="{FA8E5F52-AA91-4359-A000-B1F8E8B7E60C}">
      <dgm:prSet/>
      <dgm:spPr/>
      <dgm:t>
        <a:bodyPr/>
        <a:lstStyle/>
        <a:p>
          <a:pPr>
            <a:buNone/>
          </a:pPr>
          <a:r>
            <a:rPr lang="en-ID" b="0" i="0" dirty="0"/>
            <a:t> Data Cleaning</a:t>
          </a:r>
        </a:p>
      </dgm:t>
    </dgm:pt>
    <dgm:pt modelId="{09F9B57E-1849-452F-A4F3-8E5E295B5207}" type="parTrans" cxnId="{01310DA2-94C9-42A6-9CB4-14D40CC715E3}">
      <dgm:prSet/>
      <dgm:spPr/>
      <dgm:t>
        <a:bodyPr/>
        <a:lstStyle/>
        <a:p>
          <a:endParaRPr lang="en-ID"/>
        </a:p>
      </dgm:t>
    </dgm:pt>
    <dgm:pt modelId="{0A6ECBF9-794D-426A-86CF-7FB764BAC217}" type="sibTrans" cxnId="{01310DA2-94C9-42A6-9CB4-14D40CC715E3}">
      <dgm:prSet/>
      <dgm:spPr/>
      <dgm:t>
        <a:bodyPr/>
        <a:lstStyle/>
        <a:p>
          <a:endParaRPr lang="en-ID"/>
        </a:p>
      </dgm:t>
    </dgm:pt>
    <dgm:pt modelId="{DF995882-17B4-411A-9AFC-3C17BF8EF667}">
      <dgm:prSet/>
      <dgm:spPr/>
      <dgm:t>
        <a:bodyPr/>
        <a:lstStyle/>
        <a:p>
          <a:pPr>
            <a:buNone/>
          </a:pPr>
          <a:r>
            <a:rPr lang="en-ID" b="0" i="0" dirty="0"/>
            <a:t> Feature Encoding</a:t>
          </a:r>
        </a:p>
      </dgm:t>
    </dgm:pt>
    <dgm:pt modelId="{63384D16-8409-45F0-9CC9-B4C791F3BF7F}" type="parTrans" cxnId="{E5C07D92-A248-4344-9528-5DE8ED7CC79D}">
      <dgm:prSet/>
      <dgm:spPr/>
      <dgm:t>
        <a:bodyPr/>
        <a:lstStyle/>
        <a:p>
          <a:endParaRPr lang="en-ID"/>
        </a:p>
      </dgm:t>
    </dgm:pt>
    <dgm:pt modelId="{363463EE-D66C-4162-93B3-F84B3C5BC0C8}" type="sibTrans" cxnId="{E5C07D92-A248-4344-9528-5DE8ED7CC79D}">
      <dgm:prSet/>
      <dgm:spPr/>
      <dgm:t>
        <a:bodyPr/>
        <a:lstStyle/>
        <a:p>
          <a:endParaRPr lang="en-ID"/>
        </a:p>
      </dgm:t>
    </dgm:pt>
    <dgm:pt modelId="{74871A4B-E999-4C2D-9D69-63D9F6F141FF}">
      <dgm:prSet/>
      <dgm:spPr/>
      <dgm:t>
        <a:bodyPr/>
        <a:lstStyle/>
        <a:p>
          <a:pPr>
            <a:buNone/>
          </a:pPr>
          <a:r>
            <a:rPr lang="en-ID" b="0" i="0" dirty="0"/>
            <a:t> Train/Test Split</a:t>
          </a:r>
        </a:p>
      </dgm:t>
    </dgm:pt>
    <dgm:pt modelId="{CC5EA097-859B-418C-AB43-A737EBD06214}" type="parTrans" cxnId="{6D3BB9FE-104D-4DA0-B390-75CBEE96C1E5}">
      <dgm:prSet/>
      <dgm:spPr/>
      <dgm:t>
        <a:bodyPr/>
        <a:lstStyle/>
        <a:p>
          <a:endParaRPr lang="en-ID"/>
        </a:p>
      </dgm:t>
    </dgm:pt>
    <dgm:pt modelId="{9590DF59-2157-440D-A576-1EA06B9025B0}" type="sibTrans" cxnId="{6D3BB9FE-104D-4DA0-B390-75CBEE96C1E5}">
      <dgm:prSet/>
      <dgm:spPr/>
      <dgm:t>
        <a:bodyPr/>
        <a:lstStyle/>
        <a:p>
          <a:endParaRPr lang="en-ID"/>
        </a:p>
      </dgm:t>
    </dgm:pt>
    <dgm:pt modelId="{383975E5-3578-4B30-966D-874C60EC3FC6}">
      <dgm:prSet/>
      <dgm:spPr/>
      <dgm:t>
        <a:bodyPr/>
        <a:lstStyle/>
        <a:p>
          <a:pPr>
            <a:buNone/>
          </a:pPr>
          <a:r>
            <a:rPr lang="en-ID" b="0" i="0" dirty="0"/>
            <a:t>Develop</a:t>
          </a:r>
        </a:p>
      </dgm:t>
    </dgm:pt>
    <dgm:pt modelId="{2D3FCBB9-CB16-41CD-A1E1-471290F3E257}" type="parTrans" cxnId="{1284A04C-F40C-4205-98CA-EA860F9DBB7E}">
      <dgm:prSet/>
      <dgm:spPr/>
      <dgm:t>
        <a:bodyPr/>
        <a:lstStyle/>
        <a:p>
          <a:endParaRPr lang="en-ID"/>
        </a:p>
      </dgm:t>
    </dgm:pt>
    <dgm:pt modelId="{AD282F0C-E214-43D4-A748-F0BC370638F6}" type="sibTrans" cxnId="{1284A04C-F40C-4205-98CA-EA860F9DBB7E}">
      <dgm:prSet/>
      <dgm:spPr/>
      <dgm:t>
        <a:bodyPr/>
        <a:lstStyle/>
        <a:p>
          <a:endParaRPr lang="en-ID"/>
        </a:p>
      </dgm:t>
    </dgm:pt>
    <dgm:pt modelId="{03F72D0D-FB79-4287-8D45-0D7667F17151}">
      <dgm:prSet/>
      <dgm:spPr/>
      <dgm:t>
        <a:bodyPr/>
        <a:lstStyle/>
        <a:p>
          <a:pPr>
            <a:buNone/>
          </a:pPr>
          <a:r>
            <a:rPr lang="en-ID" b="0" i="0" dirty="0"/>
            <a:t> Decision Tree Model</a:t>
          </a:r>
        </a:p>
      </dgm:t>
    </dgm:pt>
    <dgm:pt modelId="{7045215F-7606-4C12-AA1C-A0E7BE61DBF0}" type="parTrans" cxnId="{29F80C38-A994-4F66-8F3B-546AC4202297}">
      <dgm:prSet/>
      <dgm:spPr/>
      <dgm:t>
        <a:bodyPr/>
        <a:lstStyle/>
        <a:p>
          <a:endParaRPr lang="en-ID"/>
        </a:p>
      </dgm:t>
    </dgm:pt>
    <dgm:pt modelId="{F36F9516-34B7-4213-92A1-6B0A0530955A}" type="sibTrans" cxnId="{29F80C38-A994-4F66-8F3B-546AC4202297}">
      <dgm:prSet/>
      <dgm:spPr/>
      <dgm:t>
        <a:bodyPr/>
        <a:lstStyle/>
        <a:p>
          <a:endParaRPr lang="en-ID"/>
        </a:p>
      </dgm:t>
    </dgm:pt>
    <dgm:pt modelId="{CC76B76C-FF0A-4A00-ACAA-F6E426FC6680}">
      <dgm:prSet/>
      <dgm:spPr/>
      <dgm:t>
        <a:bodyPr/>
        <a:lstStyle/>
        <a:p>
          <a:pPr>
            <a:buNone/>
          </a:pPr>
          <a:r>
            <a:rPr lang="en-ID" b="0" i="0" dirty="0"/>
            <a:t> Random Forest Model</a:t>
          </a:r>
        </a:p>
      </dgm:t>
    </dgm:pt>
    <dgm:pt modelId="{4DFD526E-37D4-4D36-871A-B69446F10532}" type="parTrans" cxnId="{25358123-E029-4ED4-9B70-2E744DC3AD2A}">
      <dgm:prSet/>
      <dgm:spPr/>
      <dgm:t>
        <a:bodyPr/>
        <a:lstStyle/>
        <a:p>
          <a:endParaRPr lang="en-ID"/>
        </a:p>
      </dgm:t>
    </dgm:pt>
    <dgm:pt modelId="{3DD361C6-FC28-4293-BB88-28D7BE1330A7}" type="sibTrans" cxnId="{25358123-E029-4ED4-9B70-2E744DC3AD2A}">
      <dgm:prSet/>
      <dgm:spPr/>
      <dgm:t>
        <a:bodyPr/>
        <a:lstStyle/>
        <a:p>
          <a:endParaRPr lang="en-ID"/>
        </a:p>
      </dgm:t>
    </dgm:pt>
    <dgm:pt modelId="{F975696A-197D-474E-910F-690F97317E16}">
      <dgm:prSet/>
      <dgm:spPr/>
      <dgm:t>
        <a:bodyPr/>
        <a:lstStyle/>
        <a:p>
          <a:pPr>
            <a:buNone/>
          </a:pPr>
          <a:r>
            <a:rPr lang="en-ID" b="0" i="0" dirty="0"/>
            <a:t> </a:t>
          </a:r>
          <a:r>
            <a:rPr lang="en-ID" b="0" i="0" dirty="0" err="1"/>
            <a:t>XGBoost</a:t>
          </a:r>
          <a:r>
            <a:rPr lang="en-ID" b="0" i="0" dirty="0"/>
            <a:t> Model</a:t>
          </a:r>
        </a:p>
      </dgm:t>
    </dgm:pt>
    <dgm:pt modelId="{7ABCDAE1-32D3-4D93-9E0F-9B826CB3CB6A}" type="parTrans" cxnId="{032AB1B1-C85F-43D3-94A9-5B58A270DF1B}">
      <dgm:prSet/>
      <dgm:spPr/>
      <dgm:t>
        <a:bodyPr/>
        <a:lstStyle/>
        <a:p>
          <a:endParaRPr lang="en-ID"/>
        </a:p>
      </dgm:t>
    </dgm:pt>
    <dgm:pt modelId="{DAF807D4-F802-4888-ACC4-83FC5D309C02}" type="sibTrans" cxnId="{032AB1B1-C85F-43D3-94A9-5B58A270DF1B}">
      <dgm:prSet/>
      <dgm:spPr/>
      <dgm:t>
        <a:bodyPr/>
        <a:lstStyle/>
        <a:p>
          <a:endParaRPr lang="en-ID"/>
        </a:p>
      </dgm:t>
    </dgm:pt>
    <dgm:pt modelId="{25035442-9AAA-4171-9223-79F8F0A2CF94}">
      <dgm:prSet/>
      <dgm:spPr/>
      <dgm:t>
        <a:bodyPr/>
        <a:lstStyle/>
        <a:p>
          <a:pPr>
            <a:buNone/>
          </a:pPr>
          <a:r>
            <a:rPr lang="en-ID" b="0" i="0" dirty="0"/>
            <a:t>Hyperparameter Tuning</a:t>
          </a:r>
        </a:p>
      </dgm:t>
    </dgm:pt>
    <dgm:pt modelId="{EC2ECFFA-DAA2-47FB-A6E4-BF1CF43D380D}" type="parTrans" cxnId="{CC77902B-B024-4C90-8E26-1A95DD2C7F6C}">
      <dgm:prSet/>
      <dgm:spPr/>
      <dgm:t>
        <a:bodyPr/>
        <a:lstStyle/>
        <a:p>
          <a:endParaRPr lang="en-ID"/>
        </a:p>
      </dgm:t>
    </dgm:pt>
    <dgm:pt modelId="{AEED2974-4D9B-45E4-8D8A-16B24E00D89B}" type="sibTrans" cxnId="{CC77902B-B024-4C90-8E26-1A95DD2C7F6C}">
      <dgm:prSet/>
      <dgm:spPr/>
      <dgm:t>
        <a:bodyPr/>
        <a:lstStyle/>
        <a:p>
          <a:endParaRPr lang="en-ID"/>
        </a:p>
      </dgm:t>
    </dgm:pt>
    <dgm:pt modelId="{B82CE45B-A2E7-45AF-9BB6-26060CA1B4DF}">
      <dgm:prSet/>
      <dgm:spPr/>
      <dgm:t>
        <a:bodyPr/>
        <a:lstStyle/>
        <a:p>
          <a:pPr>
            <a:buNone/>
          </a:pPr>
          <a:r>
            <a:rPr lang="en-ID" b="0" i="0" dirty="0" err="1"/>
            <a:t>Streamlit</a:t>
          </a:r>
          <a:r>
            <a:rPr lang="en-ID" b="0" i="0" dirty="0"/>
            <a:t> UI</a:t>
          </a:r>
        </a:p>
      </dgm:t>
    </dgm:pt>
    <dgm:pt modelId="{0DB32D4B-00E7-4556-ABE4-C8B08428617B}" type="parTrans" cxnId="{ED9F5719-A78E-45DD-8D8D-E265204CAA4C}">
      <dgm:prSet/>
      <dgm:spPr/>
      <dgm:t>
        <a:bodyPr/>
        <a:lstStyle/>
        <a:p>
          <a:endParaRPr lang="en-ID"/>
        </a:p>
      </dgm:t>
    </dgm:pt>
    <dgm:pt modelId="{0ECC9A8C-7D19-4FD5-8ADB-CD05677F9CA1}" type="sibTrans" cxnId="{ED9F5719-A78E-45DD-8D8D-E265204CAA4C}">
      <dgm:prSet/>
      <dgm:spPr/>
      <dgm:t>
        <a:bodyPr/>
        <a:lstStyle/>
        <a:p>
          <a:endParaRPr lang="en-ID"/>
        </a:p>
      </dgm:t>
    </dgm:pt>
    <dgm:pt modelId="{C7D0FFDC-7BD4-4A75-B4B9-23FF4212FC7E}">
      <dgm:prSet/>
      <dgm:spPr/>
      <dgm:t>
        <a:bodyPr/>
        <a:lstStyle/>
        <a:p>
          <a:pPr>
            <a:buNone/>
          </a:pPr>
          <a:r>
            <a:rPr lang="en-ID" b="0" i="0" dirty="0"/>
            <a:t>Test</a:t>
          </a:r>
        </a:p>
      </dgm:t>
    </dgm:pt>
    <dgm:pt modelId="{32107B92-5F83-4AE0-A4BD-1D8D2FCDB8FA}" type="parTrans" cxnId="{ADEFB526-3BC7-4FB3-9753-60EF3AA9DB38}">
      <dgm:prSet/>
      <dgm:spPr/>
      <dgm:t>
        <a:bodyPr/>
        <a:lstStyle/>
        <a:p>
          <a:endParaRPr lang="en-ID"/>
        </a:p>
      </dgm:t>
    </dgm:pt>
    <dgm:pt modelId="{AEA8F117-6DB9-4ECD-94A3-7D9B461468C6}" type="sibTrans" cxnId="{ADEFB526-3BC7-4FB3-9753-60EF3AA9DB38}">
      <dgm:prSet/>
      <dgm:spPr/>
      <dgm:t>
        <a:bodyPr/>
        <a:lstStyle/>
        <a:p>
          <a:endParaRPr lang="en-ID"/>
        </a:p>
      </dgm:t>
    </dgm:pt>
    <dgm:pt modelId="{EBEB1DE9-EC5B-4EDA-9AA6-1ABCF60A3DC5}">
      <dgm:prSet/>
      <dgm:spPr/>
      <dgm:t>
        <a:bodyPr/>
        <a:lstStyle/>
        <a:p>
          <a:pPr>
            <a:buNone/>
          </a:pPr>
          <a:r>
            <a:rPr lang="en-ID" b="0" i="0" dirty="0"/>
            <a:t>Model Evaluation</a:t>
          </a:r>
        </a:p>
      </dgm:t>
    </dgm:pt>
    <dgm:pt modelId="{DD7096F4-FC73-456A-9F9A-1993E75869C8}" type="parTrans" cxnId="{76D1925F-20F0-4A57-A07D-B97CA00B9948}">
      <dgm:prSet/>
      <dgm:spPr/>
      <dgm:t>
        <a:bodyPr/>
        <a:lstStyle/>
        <a:p>
          <a:endParaRPr lang="en-ID"/>
        </a:p>
      </dgm:t>
    </dgm:pt>
    <dgm:pt modelId="{3F68C54D-4AA7-40A2-8110-B0C4FE057241}" type="sibTrans" cxnId="{76D1925F-20F0-4A57-A07D-B97CA00B9948}">
      <dgm:prSet/>
      <dgm:spPr/>
      <dgm:t>
        <a:bodyPr/>
        <a:lstStyle/>
        <a:p>
          <a:endParaRPr lang="en-ID"/>
        </a:p>
      </dgm:t>
    </dgm:pt>
    <dgm:pt modelId="{93C5FB4E-5B0B-4409-A2B8-3401B50B6054}">
      <dgm:prSet/>
      <dgm:spPr/>
      <dgm:t>
        <a:bodyPr/>
        <a:lstStyle/>
        <a:p>
          <a:pPr>
            <a:buNone/>
          </a:pPr>
          <a:r>
            <a:rPr lang="en-ID" b="0" i="0" dirty="0"/>
            <a:t>App Testing &amp; Bug Fixing</a:t>
          </a:r>
        </a:p>
      </dgm:t>
    </dgm:pt>
    <dgm:pt modelId="{B8C78012-DE86-47BF-B77B-F69CD4AAD94B}" type="parTrans" cxnId="{48CBA6E1-EF38-4DFC-BE26-E298FBFD9D1C}">
      <dgm:prSet/>
      <dgm:spPr/>
      <dgm:t>
        <a:bodyPr/>
        <a:lstStyle/>
        <a:p>
          <a:endParaRPr lang="en-ID"/>
        </a:p>
      </dgm:t>
    </dgm:pt>
    <dgm:pt modelId="{1132DF01-A884-467F-9CC5-B4C7665F9C2B}" type="sibTrans" cxnId="{48CBA6E1-EF38-4DFC-BE26-E298FBFD9D1C}">
      <dgm:prSet/>
      <dgm:spPr/>
      <dgm:t>
        <a:bodyPr/>
        <a:lstStyle/>
        <a:p>
          <a:endParaRPr lang="en-ID"/>
        </a:p>
      </dgm:t>
    </dgm:pt>
    <dgm:pt modelId="{B2D52687-DBB9-4215-9137-507541EF6B8E}">
      <dgm:prSet/>
      <dgm:spPr/>
      <dgm:t>
        <a:bodyPr/>
        <a:lstStyle/>
        <a:p>
          <a:pPr>
            <a:buNone/>
          </a:pPr>
          <a:r>
            <a:rPr lang="en-ID" b="0" i="0" dirty="0"/>
            <a:t>Deploy</a:t>
          </a:r>
        </a:p>
      </dgm:t>
    </dgm:pt>
    <dgm:pt modelId="{B2018C6F-C69D-4E10-8CF9-683531875AA9}" type="parTrans" cxnId="{F70EAD6F-520C-4D5A-961B-EC8A7997C2E7}">
      <dgm:prSet/>
      <dgm:spPr/>
      <dgm:t>
        <a:bodyPr/>
        <a:lstStyle/>
        <a:p>
          <a:endParaRPr lang="en-ID"/>
        </a:p>
      </dgm:t>
    </dgm:pt>
    <dgm:pt modelId="{D2FC300C-8DF6-4C75-9892-C2B1DB161899}" type="sibTrans" cxnId="{F70EAD6F-520C-4D5A-961B-EC8A7997C2E7}">
      <dgm:prSet/>
      <dgm:spPr/>
      <dgm:t>
        <a:bodyPr/>
        <a:lstStyle/>
        <a:p>
          <a:endParaRPr lang="en-ID"/>
        </a:p>
      </dgm:t>
    </dgm:pt>
    <dgm:pt modelId="{5A5A4ACA-5D92-4BDA-A1F6-78CA201D1AF7}">
      <dgm:prSet/>
      <dgm:spPr/>
      <dgm:t>
        <a:bodyPr/>
        <a:lstStyle/>
        <a:p>
          <a:pPr>
            <a:buNone/>
          </a:pPr>
          <a:r>
            <a:rPr lang="en-ID" b="0" i="0" dirty="0" err="1"/>
            <a:t>Streamlit</a:t>
          </a:r>
          <a:r>
            <a:rPr lang="en-ID" b="0" i="0" dirty="0"/>
            <a:t> Cloud Deployment</a:t>
          </a:r>
        </a:p>
      </dgm:t>
    </dgm:pt>
    <dgm:pt modelId="{0871A7CC-843C-45A5-8B7B-0FCC429C3E85}" type="parTrans" cxnId="{EBF2DA0B-ACD5-49C5-AA2A-4FEF7632AFC4}">
      <dgm:prSet/>
      <dgm:spPr/>
      <dgm:t>
        <a:bodyPr/>
        <a:lstStyle/>
        <a:p>
          <a:endParaRPr lang="en-ID"/>
        </a:p>
      </dgm:t>
    </dgm:pt>
    <dgm:pt modelId="{7A890D99-FFEA-4199-8861-390B1CE405DA}" type="sibTrans" cxnId="{EBF2DA0B-ACD5-49C5-AA2A-4FEF7632AFC4}">
      <dgm:prSet/>
      <dgm:spPr/>
      <dgm:t>
        <a:bodyPr/>
        <a:lstStyle/>
        <a:p>
          <a:endParaRPr lang="en-ID"/>
        </a:p>
      </dgm:t>
    </dgm:pt>
    <dgm:pt modelId="{D51FF7C4-9D7B-495E-B656-09104DB21712}">
      <dgm:prSet custT="1"/>
      <dgm:spPr/>
      <dgm:t>
        <a:bodyPr/>
        <a:lstStyle/>
        <a:p>
          <a:pPr>
            <a:buNone/>
          </a:pPr>
          <a:r>
            <a:rPr lang="en-ID" sz="900" b="1" i="0" dirty="0"/>
            <a:t> CLOSURE</a:t>
          </a:r>
        </a:p>
      </dgm:t>
    </dgm:pt>
    <dgm:pt modelId="{13AA90D6-5099-4919-9E7B-D9C4BCAAE1E7}" type="parTrans" cxnId="{6B791ADD-5F8C-4543-8965-636027C8F1EC}">
      <dgm:prSet/>
      <dgm:spPr/>
      <dgm:t>
        <a:bodyPr/>
        <a:lstStyle/>
        <a:p>
          <a:endParaRPr lang="en-ID"/>
        </a:p>
      </dgm:t>
    </dgm:pt>
    <dgm:pt modelId="{A5905D56-31CA-4956-ADC7-D5BC808CCC5E}" type="sibTrans" cxnId="{6B791ADD-5F8C-4543-8965-636027C8F1EC}">
      <dgm:prSet/>
      <dgm:spPr/>
      <dgm:t>
        <a:bodyPr/>
        <a:lstStyle/>
        <a:p>
          <a:endParaRPr lang="en-ID"/>
        </a:p>
      </dgm:t>
    </dgm:pt>
    <dgm:pt modelId="{98089FD4-8CFE-4FA6-AFA7-A607D5DFF65D}">
      <dgm:prSet/>
      <dgm:spPr/>
      <dgm:t>
        <a:bodyPr/>
        <a:lstStyle/>
        <a:p>
          <a:pPr>
            <a:buNone/>
          </a:pPr>
          <a:r>
            <a:rPr lang="en-ID" b="0" i="0" dirty="0"/>
            <a:t>Lessons Learnt Log</a:t>
          </a:r>
        </a:p>
      </dgm:t>
    </dgm:pt>
    <dgm:pt modelId="{5CE4C843-87BE-417B-BCE0-AD516E28D658}" type="parTrans" cxnId="{106E010E-0288-4FC6-A495-81C424254464}">
      <dgm:prSet/>
      <dgm:spPr/>
      <dgm:t>
        <a:bodyPr/>
        <a:lstStyle/>
        <a:p>
          <a:endParaRPr lang="en-ID"/>
        </a:p>
      </dgm:t>
    </dgm:pt>
    <dgm:pt modelId="{A4606DE2-F7A0-4A95-9EDA-620BD6E2461C}" type="sibTrans" cxnId="{106E010E-0288-4FC6-A495-81C424254464}">
      <dgm:prSet/>
      <dgm:spPr/>
      <dgm:t>
        <a:bodyPr/>
        <a:lstStyle/>
        <a:p>
          <a:endParaRPr lang="en-ID"/>
        </a:p>
      </dgm:t>
    </dgm:pt>
    <dgm:pt modelId="{1C4BA756-19EF-4C32-B462-06E3ACF2BB48}">
      <dgm:prSet/>
      <dgm:spPr/>
      <dgm:t>
        <a:bodyPr/>
        <a:lstStyle/>
        <a:p>
          <a:pPr>
            <a:buNone/>
          </a:pPr>
          <a:r>
            <a:rPr lang="en-ID" b="0" i="0" dirty="0"/>
            <a:t>Project Report</a:t>
          </a:r>
        </a:p>
      </dgm:t>
    </dgm:pt>
    <dgm:pt modelId="{8D855930-6FBF-4D90-A881-469952C186DC}" type="parTrans" cxnId="{565D8A41-41DA-4CD3-BF6C-64CD40B690E1}">
      <dgm:prSet/>
      <dgm:spPr/>
      <dgm:t>
        <a:bodyPr/>
        <a:lstStyle/>
        <a:p>
          <a:endParaRPr lang="en-ID"/>
        </a:p>
      </dgm:t>
    </dgm:pt>
    <dgm:pt modelId="{6CFC2CEE-3299-4409-9083-7D58DCBB293C}" type="sibTrans" cxnId="{565D8A41-41DA-4CD3-BF6C-64CD40B690E1}">
      <dgm:prSet/>
      <dgm:spPr/>
      <dgm:t>
        <a:bodyPr/>
        <a:lstStyle/>
        <a:p>
          <a:endParaRPr lang="en-ID"/>
        </a:p>
      </dgm:t>
    </dgm:pt>
    <dgm:pt modelId="{91B1FCF3-B699-40D4-9910-729A19DB7C34}">
      <dgm:prSet/>
      <dgm:spPr/>
      <dgm:t>
        <a:bodyPr/>
        <a:lstStyle/>
        <a:p>
          <a:pPr>
            <a:buNone/>
          </a:pPr>
          <a:r>
            <a:rPr lang="en-ID" b="0" i="0" dirty="0"/>
            <a:t>README Documentation</a:t>
          </a:r>
        </a:p>
      </dgm:t>
    </dgm:pt>
    <dgm:pt modelId="{46C9E6B8-91E8-4539-B38A-D8A412D7F4EF}" type="parTrans" cxnId="{DC743E34-A0D1-4605-B372-506D7D8B93FB}">
      <dgm:prSet/>
      <dgm:spPr/>
      <dgm:t>
        <a:bodyPr/>
        <a:lstStyle/>
        <a:p>
          <a:endParaRPr lang="en-ID"/>
        </a:p>
      </dgm:t>
    </dgm:pt>
    <dgm:pt modelId="{1A8576A7-1297-479D-842B-5A6B8ED36C4D}" type="sibTrans" cxnId="{DC743E34-A0D1-4605-B372-506D7D8B93FB}">
      <dgm:prSet/>
      <dgm:spPr/>
      <dgm:t>
        <a:bodyPr/>
        <a:lstStyle/>
        <a:p>
          <a:endParaRPr lang="en-ID"/>
        </a:p>
      </dgm:t>
    </dgm:pt>
    <dgm:pt modelId="{C3A23BFC-BA41-41D3-97B4-251317DCBB7D}">
      <dgm:prSet/>
      <dgm:spPr/>
      <dgm:t>
        <a:bodyPr/>
        <a:lstStyle/>
        <a:p>
          <a:pPr>
            <a:buNone/>
          </a:pPr>
          <a:r>
            <a:rPr lang="en-ID" b="0" i="0" dirty="0"/>
            <a:t> Final Presentation</a:t>
          </a:r>
        </a:p>
      </dgm:t>
    </dgm:pt>
    <dgm:pt modelId="{4796F6D3-44B8-42B6-9F29-61265749A341}" type="parTrans" cxnId="{71F880B9-09A5-47BE-B27C-EA8F9C363D9B}">
      <dgm:prSet/>
      <dgm:spPr/>
      <dgm:t>
        <a:bodyPr/>
        <a:lstStyle/>
        <a:p>
          <a:endParaRPr lang="en-ID"/>
        </a:p>
      </dgm:t>
    </dgm:pt>
    <dgm:pt modelId="{B8796722-AED7-4531-952E-07C51507B72C}" type="sibTrans" cxnId="{71F880B9-09A5-47BE-B27C-EA8F9C363D9B}">
      <dgm:prSet/>
      <dgm:spPr/>
      <dgm:t>
        <a:bodyPr/>
        <a:lstStyle/>
        <a:p>
          <a:endParaRPr lang="en-ID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 custLinFactY="-186609" custLinFactNeighborX="-13864" custLinFactNeighborY="-200000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301080" custScaleY="232827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4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4"/>
      <dgm:spPr/>
    </dgm:pt>
    <dgm:pt modelId="{082858DA-3FBC-224B-94F4-A3E62BFB3CA0}" type="pres">
      <dgm:prSet presAssocID="{6F990348-5120-7140-980E-D1A49D03543A}" presName="text3" presStyleLbl="fgAcc3" presStyleIdx="0" presStyleCnt="14" custScaleX="252356" custScaleY="274013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4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4"/>
      <dgm:spPr/>
    </dgm:pt>
    <dgm:pt modelId="{8EEDF970-CC88-124A-A9E9-A1462E464C5C}" type="pres">
      <dgm:prSet presAssocID="{29AD3176-2D40-CF49-A544-12BEE310D254}" presName="text3" presStyleLbl="fgAcc3" presStyleIdx="1" presStyleCnt="14" custScaleX="244218" custScaleY="180804" custLinFactX="-34808" custLinFactY="239395" custLinFactNeighborX="-100000" custLinFactNeighborY="30000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B6A35C01-F482-46A3-8189-BE91A0E78AE8}" type="pres">
      <dgm:prSet presAssocID="{4344F4D2-5B9F-4953-B69E-7F711BAA9CE4}" presName="Name17" presStyleLbl="parChTrans1D3" presStyleIdx="2" presStyleCnt="14"/>
      <dgm:spPr/>
    </dgm:pt>
    <dgm:pt modelId="{A0539DBB-14BA-40DE-B0A4-E78D042B4CDA}" type="pres">
      <dgm:prSet presAssocID="{A298D195-21C4-49DD-9DCA-86D7EF531337}" presName="hierRoot3" presStyleCnt="0"/>
      <dgm:spPr/>
    </dgm:pt>
    <dgm:pt modelId="{246626A7-1B91-499C-9E97-66B79B2BC3A0}" type="pres">
      <dgm:prSet presAssocID="{A298D195-21C4-49DD-9DCA-86D7EF531337}" presName="composite3" presStyleCnt="0"/>
      <dgm:spPr/>
    </dgm:pt>
    <dgm:pt modelId="{4F880DFC-E590-4030-907E-773F749DE06A}" type="pres">
      <dgm:prSet presAssocID="{A298D195-21C4-49DD-9DCA-86D7EF531337}" presName="background3" presStyleLbl="node3" presStyleIdx="2" presStyleCnt="14"/>
      <dgm:spPr/>
    </dgm:pt>
    <dgm:pt modelId="{BFBB06CB-AD8E-4554-90F8-A7C3DA3671B8}" type="pres">
      <dgm:prSet presAssocID="{A298D195-21C4-49DD-9DCA-86D7EF531337}" presName="text3" presStyleLbl="fgAcc3" presStyleIdx="2" presStyleCnt="14" custScaleX="278201" custScaleY="249242" custLinFactNeighborX="-44954" custLinFactNeighborY="56949">
        <dgm:presLayoutVars>
          <dgm:chPref val="3"/>
        </dgm:presLayoutVars>
      </dgm:prSet>
      <dgm:spPr/>
    </dgm:pt>
    <dgm:pt modelId="{CD73D5AD-11A9-424F-9A9D-28B0CB51258F}" type="pres">
      <dgm:prSet presAssocID="{A298D195-21C4-49DD-9DCA-86D7EF531337}" presName="hierChild4" presStyleCnt="0"/>
      <dgm:spPr/>
    </dgm:pt>
    <dgm:pt modelId="{491FA6F0-76DA-404C-98FF-73B28AB05757}" type="pres">
      <dgm:prSet presAssocID="{C40EC512-88AF-B24D-AAB3-3E9A66643198}" presName="Name10" presStyleLbl="parChTrans1D2" presStyleIdx="1" presStyleCnt="4"/>
      <dgm:spPr/>
    </dgm:pt>
    <dgm:pt modelId="{4AD63C94-FDA1-45B7-95BC-55F0CD9706B7}" type="pres">
      <dgm:prSet presAssocID="{03B89768-B859-2E49-8534-20D1EFA29B3B}" presName="hierRoot2" presStyleCnt="0"/>
      <dgm:spPr/>
    </dgm:pt>
    <dgm:pt modelId="{34677630-FC7D-4EEE-BCE2-522148EDF8B4}" type="pres">
      <dgm:prSet presAssocID="{03B89768-B859-2E49-8534-20D1EFA29B3B}" presName="composite2" presStyleCnt="0"/>
      <dgm:spPr/>
    </dgm:pt>
    <dgm:pt modelId="{20B4DAD8-F2F0-4D8E-8784-2FA3C6EF7F71}" type="pres">
      <dgm:prSet presAssocID="{03B89768-B859-2E49-8534-20D1EFA29B3B}" presName="background2" presStyleLbl="node2" presStyleIdx="1" presStyleCnt="4"/>
      <dgm:spPr/>
    </dgm:pt>
    <dgm:pt modelId="{232328D2-4DBF-4EFF-AF19-D029FBB81272}" type="pres">
      <dgm:prSet presAssocID="{03B89768-B859-2E49-8534-20D1EFA29B3B}" presName="text2" presStyleLbl="fgAcc2" presStyleIdx="1" presStyleCnt="4" custScaleX="375270" custScaleY="348151">
        <dgm:presLayoutVars>
          <dgm:chPref val="3"/>
        </dgm:presLayoutVars>
      </dgm:prSet>
      <dgm:spPr/>
    </dgm:pt>
    <dgm:pt modelId="{7BAEB0FD-FFB2-425E-984C-31EFA56B6212}" type="pres">
      <dgm:prSet presAssocID="{03B89768-B859-2E49-8534-20D1EFA29B3B}" presName="hierChild3" presStyleCnt="0"/>
      <dgm:spPr/>
    </dgm:pt>
    <dgm:pt modelId="{F30618D8-D0CE-4F65-878C-A693C12AFC64}" type="pres">
      <dgm:prSet presAssocID="{570711A2-0F15-1E4E-84E9-5DECF631ACE9}" presName="Name17" presStyleLbl="parChTrans1D3" presStyleIdx="3" presStyleCnt="14"/>
      <dgm:spPr/>
    </dgm:pt>
    <dgm:pt modelId="{7006CCD3-47BC-49E9-A23F-6DEC05209F8F}" type="pres">
      <dgm:prSet presAssocID="{50A67927-BA02-734A-A0AE-86F97EFE870C}" presName="hierRoot3" presStyleCnt="0"/>
      <dgm:spPr/>
    </dgm:pt>
    <dgm:pt modelId="{C991A8D1-A7E8-4D8D-A458-688F26FA4D74}" type="pres">
      <dgm:prSet presAssocID="{50A67927-BA02-734A-A0AE-86F97EFE870C}" presName="composite3" presStyleCnt="0"/>
      <dgm:spPr/>
    </dgm:pt>
    <dgm:pt modelId="{FB35535B-AD8C-4145-8139-371F355B396A}" type="pres">
      <dgm:prSet presAssocID="{50A67927-BA02-734A-A0AE-86F97EFE870C}" presName="background3" presStyleLbl="node3" presStyleIdx="3" presStyleCnt="14"/>
      <dgm:spPr/>
    </dgm:pt>
    <dgm:pt modelId="{CD72D87F-7664-47FE-9381-AFFFD9B57A5F}" type="pres">
      <dgm:prSet presAssocID="{50A67927-BA02-734A-A0AE-86F97EFE870C}" presName="text3" presStyleLbl="fgAcc3" presStyleIdx="3" presStyleCnt="14" custScaleX="124797" custScaleY="153371" custLinFactY="139186" custLinFactNeighborX="-32731" custLinFactNeighborY="200000">
        <dgm:presLayoutVars>
          <dgm:chPref val="3"/>
        </dgm:presLayoutVars>
      </dgm:prSet>
      <dgm:spPr/>
    </dgm:pt>
    <dgm:pt modelId="{524E9676-B2F5-456A-ADAE-A1FCD2C80F2E}" type="pres">
      <dgm:prSet presAssocID="{50A67927-BA02-734A-A0AE-86F97EFE870C}" presName="hierChild4" presStyleCnt="0"/>
      <dgm:spPr/>
    </dgm:pt>
    <dgm:pt modelId="{EC5699C6-A74D-4847-B365-7C191EC17A42}" type="pres">
      <dgm:prSet presAssocID="{4B0E92FA-F37D-7E40-AB74-0DA56805BAE7}" presName="Name17" presStyleLbl="parChTrans1D3" presStyleIdx="4" presStyleCnt="14"/>
      <dgm:spPr/>
    </dgm:pt>
    <dgm:pt modelId="{4D398350-F0CF-4108-A791-708EBE28ED01}" type="pres">
      <dgm:prSet presAssocID="{98D6B55B-33A1-654B-9A07-4017B4BCBC3D}" presName="hierRoot3" presStyleCnt="0"/>
      <dgm:spPr/>
    </dgm:pt>
    <dgm:pt modelId="{25CC914A-F6C7-4B96-BF90-3238D7212D42}" type="pres">
      <dgm:prSet presAssocID="{98D6B55B-33A1-654B-9A07-4017B4BCBC3D}" presName="composite3" presStyleCnt="0"/>
      <dgm:spPr/>
    </dgm:pt>
    <dgm:pt modelId="{B1A35DE2-B6DA-42C5-A8B4-40EBF72DD45C}" type="pres">
      <dgm:prSet presAssocID="{98D6B55B-33A1-654B-9A07-4017B4BCBC3D}" presName="background3" presStyleLbl="node3" presStyleIdx="4" presStyleCnt="14"/>
      <dgm:spPr/>
    </dgm:pt>
    <dgm:pt modelId="{26F1EDDD-69FD-4BC8-BD1F-FDFC6CFF0152}" type="pres">
      <dgm:prSet presAssocID="{98D6B55B-33A1-654B-9A07-4017B4BCBC3D}" presName="text3" presStyleLbl="fgAcc3" presStyleIdx="4" presStyleCnt="14" custScaleX="162932" custScaleY="134266" custLinFactY="218255" custLinFactNeighborX="-5495" custLinFactNeighborY="300000">
        <dgm:presLayoutVars>
          <dgm:chPref val="3"/>
        </dgm:presLayoutVars>
      </dgm:prSet>
      <dgm:spPr/>
    </dgm:pt>
    <dgm:pt modelId="{7F1DDAC2-FFF1-48AF-9639-43D0B2F6E4C5}" type="pres">
      <dgm:prSet presAssocID="{98D6B55B-33A1-654B-9A07-4017B4BCBC3D}" presName="hierChild4" presStyleCnt="0"/>
      <dgm:spPr/>
    </dgm:pt>
    <dgm:pt modelId="{D8BCCBFC-6932-417A-987C-46DEAFCAAF4F}" type="pres">
      <dgm:prSet presAssocID="{95F71EBD-EC94-9D42-BB0E-C52845D7632F}" presName="Name17" presStyleLbl="parChTrans1D3" presStyleIdx="5" presStyleCnt="14"/>
      <dgm:spPr/>
    </dgm:pt>
    <dgm:pt modelId="{40AEF792-720F-4A46-AF34-1CF03A56EED4}" type="pres">
      <dgm:prSet presAssocID="{7634EBF5-E466-1B4A-B6D3-3F4B45B7606D}" presName="hierRoot3" presStyleCnt="0"/>
      <dgm:spPr/>
    </dgm:pt>
    <dgm:pt modelId="{3A66166D-E737-4AB7-9E8B-0865D4D39D88}" type="pres">
      <dgm:prSet presAssocID="{7634EBF5-E466-1B4A-B6D3-3F4B45B7606D}" presName="composite3" presStyleCnt="0"/>
      <dgm:spPr/>
    </dgm:pt>
    <dgm:pt modelId="{1DFB9946-B81E-42C6-B05A-3C0A6B3260BC}" type="pres">
      <dgm:prSet presAssocID="{7634EBF5-E466-1B4A-B6D3-3F4B45B7606D}" presName="background3" presStyleLbl="node3" presStyleIdx="5" presStyleCnt="14"/>
      <dgm:spPr/>
    </dgm:pt>
    <dgm:pt modelId="{FF81D262-AB2F-4E1D-9B4C-78FCD3C5B151}" type="pres">
      <dgm:prSet presAssocID="{7634EBF5-E466-1B4A-B6D3-3F4B45B7606D}" presName="text3" presStyleLbl="fgAcc3" presStyleIdx="5" presStyleCnt="14" custScaleX="160587" custScaleY="113003" custLinFactY="107064" custLinFactNeighborX="-81362" custLinFactNeighborY="200000">
        <dgm:presLayoutVars>
          <dgm:chPref val="3"/>
        </dgm:presLayoutVars>
      </dgm:prSet>
      <dgm:spPr/>
    </dgm:pt>
    <dgm:pt modelId="{79E2B6E6-6C22-4931-95DB-3561E017E599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428493" custScaleY="30751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F0D9F71A-1766-493B-B404-C5BB6B40AFEA}" type="pres">
      <dgm:prSet presAssocID="{0A42203B-26C8-F140-A21C-18A332E5B981}" presName="Name17" presStyleLbl="parChTrans1D3" presStyleIdx="6" presStyleCnt="14"/>
      <dgm:spPr/>
    </dgm:pt>
    <dgm:pt modelId="{F789B43D-AF75-42B6-81D0-6BC7B5B674F5}" type="pres">
      <dgm:prSet presAssocID="{8A7E9A38-0069-E54C-9C7F-E9C55CA7C411}" presName="hierRoot3" presStyleCnt="0"/>
      <dgm:spPr/>
    </dgm:pt>
    <dgm:pt modelId="{BCA5ECCF-3E57-4910-8BBC-53F033067E4B}" type="pres">
      <dgm:prSet presAssocID="{8A7E9A38-0069-E54C-9C7F-E9C55CA7C411}" presName="composite3" presStyleCnt="0"/>
      <dgm:spPr/>
    </dgm:pt>
    <dgm:pt modelId="{0172FC40-0D31-4EF4-AEF8-4F665653AE8E}" type="pres">
      <dgm:prSet presAssocID="{8A7E9A38-0069-E54C-9C7F-E9C55CA7C411}" presName="background3" presStyleLbl="node3" presStyleIdx="6" presStyleCnt="14"/>
      <dgm:spPr/>
    </dgm:pt>
    <dgm:pt modelId="{1F71640A-F8D8-4407-90B4-CE46D67163B5}" type="pres">
      <dgm:prSet presAssocID="{8A7E9A38-0069-E54C-9C7F-E9C55CA7C411}" presName="text3" presStyleLbl="fgAcc3" presStyleIdx="6" presStyleCnt="14" custScaleX="154882" custScaleY="139386">
        <dgm:presLayoutVars>
          <dgm:chPref val="3"/>
        </dgm:presLayoutVars>
      </dgm:prSet>
      <dgm:spPr/>
    </dgm:pt>
    <dgm:pt modelId="{95F176A1-5D0D-4CEF-B991-7CFE7D833607}" type="pres">
      <dgm:prSet presAssocID="{8A7E9A38-0069-E54C-9C7F-E9C55CA7C411}" presName="hierChild4" presStyleCnt="0"/>
      <dgm:spPr/>
    </dgm:pt>
    <dgm:pt modelId="{5B55814A-53FC-4D24-ADE7-6C5CED2BD8FC}" type="pres">
      <dgm:prSet presAssocID="{09F9B57E-1849-452F-A4F3-8E5E295B5207}" presName="Name23" presStyleLbl="parChTrans1D4" presStyleIdx="0" presStyleCnt="11"/>
      <dgm:spPr/>
    </dgm:pt>
    <dgm:pt modelId="{9512DA6C-2ACF-49D2-863C-8C8ADFCD0F04}" type="pres">
      <dgm:prSet presAssocID="{FA8E5F52-AA91-4359-A000-B1F8E8B7E60C}" presName="hierRoot4" presStyleCnt="0"/>
      <dgm:spPr/>
    </dgm:pt>
    <dgm:pt modelId="{215CB6AF-6300-4381-9733-65E1284579EA}" type="pres">
      <dgm:prSet presAssocID="{FA8E5F52-AA91-4359-A000-B1F8E8B7E60C}" presName="composite4" presStyleCnt="0"/>
      <dgm:spPr/>
    </dgm:pt>
    <dgm:pt modelId="{1E40BD05-75AB-4D8E-B015-F769811AA499}" type="pres">
      <dgm:prSet presAssocID="{FA8E5F52-AA91-4359-A000-B1F8E8B7E60C}" presName="background4" presStyleLbl="node4" presStyleIdx="0" presStyleCnt="11"/>
      <dgm:spPr/>
    </dgm:pt>
    <dgm:pt modelId="{C01574C1-AF21-4B64-AF18-A5A0F1DA3D15}" type="pres">
      <dgm:prSet presAssocID="{FA8E5F52-AA91-4359-A000-B1F8E8B7E60C}" presName="text4" presStyleLbl="fgAcc4" presStyleIdx="0" presStyleCnt="11" custLinFactY="100000" custLinFactNeighborX="62928" custLinFactNeighborY="176546">
        <dgm:presLayoutVars>
          <dgm:chPref val="3"/>
        </dgm:presLayoutVars>
      </dgm:prSet>
      <dgm:spPr/>
    </dgm:pt>
    <dgm:pt modelId="{04D4200D-C428-4A25-842F-5EEDF28D7DF0}" type="pres">
      <dgm:prSet presAssocID="{FA8E5F52-AA91-4359-A000-B1F8E8B7E60C}" presName="hierChild5" presStyleCnt="0"/>
      <dgm:spPr/>
    </dgm:pt>
    <dgm:pt modelId="{B24A2D47-D5C8-4A32-A73A-519247B78516}" type="pres">
      <dgm:prSet presAssocID="{63384D16-8409-45F0-9CC9-B4C791F3BF7F}" presName="Name23" presStyleLbl="parChTrans1D4" presStyleIdx="1" presStyleCnt="11"/>
      <dgm:spPr/>
    </dgm:pt>
    <dgm:pt modelId="{6C3301C2-B272-46FF-9495-13F9D52FC3EC}" type="pres">
      <dgm:prSet presAssocID="{DF995882-17B4-411A-9AFC-3C17BF8EF667}" presName="hierRoot4" presStyleCnt="0"/>
      <dgm:spPr/>
    </dgm:pt>
    <dgm:pt modelId="{0E51B29D-A58A-47B0-9580-87F29B7DE0ED}" type="pres">
      <dgm:prSet presAssocID="{DF995882-17B4-411A-9AFC-3C17BF8EF667}" presName="composite4" presStyleCnt="0"/>
      <dgm:spPr/>
    </dgm:pt>
    <dgm:pt modelId="{80C8CE55-BD3D-42A3-B4B6-7E973CC250EE}" type="pres">
      <dgm:prSet presAssocID="{DF995882-17B4-411A-9AFC-3C17BF8EF667}" presName="background4" presStyleLbl="node4" presStyleIdx="1" presStyleCnt="11"/>
      <dgm:spPr/>
    </dgm:pt>
    <dgm:pt modelId="{9E264A38-2B96-49EC-B17E-DD361790F91F}" type="pres">
      <dgm:prSet presAssocID="{DF995882-17B4-411A-9AFC-3C17BF8EF667}" presName="text4" presStyleLbl="fgAcc4" presStyleIdx="1" presStyleCnt="11" custLinFactX="8382" custLinFactY="100000" custLinFactNeighborX="100000" custLinFactNeighborY="159262">
        <dgm:presLayoutVars>
          <dgm:chPref val="3"/>
        </dgm:presLayoutVars>
      </dgm:prSet>
      <dgm:spPr/>
    </dgm:pt>
    <dgm:pt modelId="{57EEF32C-CEA6-42FC-9D0E-6627C7C6A11E}" type="pres">
      <dgm:prSet presAssocID="{DF995882-17B4-411A-9AFC-3C17BF8EF667}" presName="hierChild5" presStyleCnt="0"/>
      <dgm:spPr/>
    </dgm:pt>
    <dgm:pt modelId="{10CA3AFC-6867-4619-A9A1-A42AF8D5B3DC}" type="pres">
      <dgm:prSet presAssocID="{CC5EA097-859B-418C-AB43-A737EBD06214}" presName="Name23" presStyleLbl="parChTrans1D4" presStyleIdx="2" presStyleCnt="11"/>
      <dgm:spPr/>
    </dgm:pt>
    <dgm:pt modelId="{2075F8D4-17A4-442B-B1CC-70E371D4BFE7}" type="pres">
      <dgm:prSet presAssocID="{74871A4B-E999-4C2D-9D69-63D9F6F141FF}" presName="hierRoot4" presStyleCnt="0"/>
      <dgm:spPr/>
    </dgm:pt>
    <dgm:pt modelId="{2DABD57A-C4C9-457B-8C3B-2F9BF496D969}" type="pres">
      <dgm:prSet presAssocID="{74871A4B-E999-4C2D-9D69-63D9F6F141FF}" presName="composite4" presStyleCnt="0"/>
      <dgm:spPr/>
    </dgm:pt>
    <dgm:pt modelId="{C9DB073F-512C-47B4-85F9-CA01F7D22F07}" type="pres">
      <dgm:prSet presAssocID="{74871A4B-E999-4C2D-9D69-63D9F6F141FF}" presName="background4" presStyleLbl="node4" presStyleIdx="2" presStyleCnt="11"/>
      <dgm:spPr/>
    </dgm:pt>
    <dgm:pt modelId="{32A189E5-E2DE-47F7-A45A-5A504FA91D30}" type="pres">
      <dgm:prSet presAssocID="{74871A4B-E999-4C2D-9D69-63D9F6F141FF}" presName="text4" presStyleLbl="fgAcc4" presStyleIdx="2" presStyleCnt="11" custLinFactX="20730" custLinFactY="100000" custLinFactNeighborX="100000" custLinFactNeighborY="165743">
        <dgm:presLayoutVars>
          <dgm:chPref val="3"/>
        </dgm:presLayoutVars>
      </dgm:prSet>
      <dgm:spPr/>
    </dgm:pt>
    <dgm:pt modelId="{59E38C81-0525-4A9C-A8F8-F23F65325A0E}" type="pres">
      <dgm:prSet presAssocID="{74871A4B-E999-4C2D-9D69-63D9F6F141FF}" presName="hierChild5" presStyleCnt="0"/>
      <dgm:spPr/>
    </dgm:pt>
    <dgm:pt modelId="{E0F58E95-1E2E-4C4C-B746-12E10503717A}" type="pres">
      <dgm:prSet presAssocID="{2D3FCBB9-CB16-41CD-A1E1-471290F3E257}" presName="Name17" presStyleLbl="parChTrans1D3" presStyleIdx="7" presStyleCnt="14"/>
      <dgm:spPr/>
    </dgm:pt>
    <dgm:pt modelId="{EFD7253D-2704-4BD6-B695-8B021E29D016}" type="pres">
      <dgm:prSet presAssocID="{383975E5-3578-4B30-966D-874C60EC3FC6}" presName="hierRoot3" presStyleCnt="0"/>
      <dgm:spPr/>
    </dgm:pt>
    <dgm:pt modelId="{55C8D607-D45F-41F9-8C3E-98FE30391B58}" type="pres">
      <dgm:prSet presAssocID="{383975E5-3578-4B30-966D-874C60EC3FC6}" presName="composite3" presStyleCnt="0"/>
      <dgm:spPr/>
    </dgm:pt>
    <dgm:pt modelId="{405786AF-F1D9-4127-910A-8551E23B7641}" type="pres">
      <dgm:prSet presAssocID="{383975E5-3578-4B30-966D-874C60EC3FC6}" presName="background3" presStyleLbl="node3" presStyleIdx="7" presStyleCnt="14"/>
      <dgm:spPr/>
    </dgm:pt>
    <dgm:pt modelId="{4CBE210A-D0A2-4E35-85F7-92E2EE2573BA}" type="pres">
      <dgm:prSet presAssocID="{383975E5-3578-4B30-966D-874C60EC3FC6}" presName="text3" presStyleLbl="fgAcc3" presStyleIdx="7" presStyleCnt="14">
        <dgm:presLayoutVars>
          <dgm:chPref val="3"/>
        </dgm:presLayoutVars>
      </dgm:prSet>
      <dgm:spPr/>
    </dgm:pt>
    <dgm:pt modelId="{3A09FD30-3D97-476D-9206-6DEF5D5533C1}" type="pres">
      <dgm:prSet presAssocID="{383975E5-3578-4B30-966D-874C60EC3FC6}" presName="hierChild4" presStyleCnt="0"/>
      <dgm:spPr/>
    </dgm:pt>
    <dgm:pt modelId="{4F40FC7C-C84A-4D51-B3EC-584459ED5885}" type="pres">
      <dgm:prSet presAssocID="{7045215F-7606-4C12-AA1C-A0E7BE61DBF0}" presName="Name23" presStyleLbl="parChTrans1D4" presStyleIdx="3" presStyleCnt="11"/>
      <dgm:spPr/>
    </dgm:pt>
    <dgm:pt modelId="{461793F8-D5F5-48CF-B02B-20D31FCFB44B}" type="pres">
      <dgm:prSet presAssocID="{03F72D0D-FB79-4287-8D45-0D7667F17151}" presName="hierRoot4" presStyleCnt="0"/>
      <dgm:spPr/>
    </dgm:pt>
    <dgm:pt modelId="{3952579F-363A-413E-9FDD-ED9BF0A2CAF8}" type="pres">
      <dgm:prSet presAssocID="{03F72D0D-FB79-4287-8D45-0D7667F17151}" presName="composite4" presStyleCnt="0"/>
      <dgm:spPr/>
    </dgm:pt>
    <dgm:pt modelId="{0B44832C-850C-4FD4-8C49-B2F22F59227C}" type="pres">
      <dgm:prSet presAssocID="{03F72D0D-FB79-4287-8D45-0D7667F17151}" presName="background4" presStyleLbl="node4" presStyleIdx="3" presStyleCnt="11"/>
      <dgm:spPr/>
    </dgm:pt>
    <dgm:pt modelId="{74D19418-052E-47A8-BD10-EC7A2DE641F8}" type="pres">
      <dgm:prSet presAssocID="{03F72D0D-FB79-4287-8D45-0D7667F17151}" presName="text4" presStyleLbl="fgAcc4" presStyleIdx="3" presStyleCnt="11">
        <dgm:presLayoutVars>
          <dgm:chPref val="3"/>
        </dgm:presLayoutVars>
      </dgm:prSet>
      <dgm:spPr/>
    </dgm:pt>
    <dgm:pt modelId="{E3F00561-3E72-4F0D-BCBB-96312255FF8F}" type="pres">
      <dgm:prSet presAssocID="{03F72D0D-FB79-4287-8D45-0D7667F17151}" presName="hierChild5" presStyleCnt="0"/>
      <dgm:spPr/>
    </dgm:pt>
    <dgm:pt modelId="{41676C42-CC2F-4293-B35C-8117B9034949}" type="pres">
      <dgm:prSet presAssocID="{4DFD526E-37D4-4D36-871A-B69446F10532}" presName="Name23" presStyleLbl="parChTrans1D4" presStyleIdx="4" presStyleCnt="11"/>
      <dgm:spPr/>
    </dgm:pt>
    <dgm:pt modelId="{39976275-B40B-48D6-8786-6530FE430C26}" type="pres">
      <dgm:prSet presAssocID="{CC76B76C-FF0A-4A00-ACAA-F6E426FC6680}" presName="hierRoot4" presStyleCnt="0"/>
      <dgm:spPr/>
    </dgm:pt>
    <dgm:pt modelId="{22D25020-0F78-4AA7-86EE-DEC5153C2E3E}" type="pres">
      <dgm:prSet presAssocID="{CC76B76C-FF0A-4A00-ACAA-F6E426FC6680}" presName="composite4" presStyleCnt="0"/>
      <dgm:spPr/>
    </dgm:pt>
    <dgm:pt modelId="{96E70335-E44C-49A2-8217-88D6C6687774}" type="pres">
      <dgm:prSet presAssocID="{CC76B76C-FF0A-4A00-ACAA-F6E426FC6680}" presName="background4" presStyleLbl="node4" presStyleIdx="4" presStyleCnt="11"/>
      <dgm:spPr/>
    </dgm:pt>
    <dgm:pt modelId="{7AF1B554-7421-4A05-B77F-C1B10DAF10CE}" type="pres">
      <dgm:prSet presAssocID="{CC76B76C-FF0A-4A00-ACAA-F6E426FC6680}" presName="text4" presStyleLbl="fgAcc4" presStyleIdx="4" presStyleCnt="11">
        <dgm:presLayoutVars>
          <dgm:chPref val="3"/>
        </dgm:presLayoutVars>
      </dgm:prSet>
      <dgm:spPr/>
    </dgm:pt>
    <dgm:pt modelId="{B9E5F20C-939E-4F61-BC7C-F01511CAFD60}" type="pres">
      <dgm:prSet presAssocID="{CC76B76C-FF0A-4A00-ACAA-F6E426FC6680}" presName="hierChild5" presStyleCnt="0"/>
      <dgm:spPr/>
    </dgm:pt>
    <dgm:pt modelId="{A9B4EA5D-AC02-483A-AEFE-052E3C619C07}" type="pres">
      <dgm:prSet presAssocID="{7ABCDAE1-32D3-4D93-9E0F-9B826CB3CB6A}" presName="Name23" presStyleLbl="parChTrans1D4" presStyleIdx="5" presStyleCnt="11"/>
      <dgm:spPr/>
    </dgm:pt>
    <dgm:pt modelId="{4D0F5139-1093-4C91-85D1-0B1E890C6B7C}" type="pres">
      <dgm:prSet presAssocID="{F975696A-197D-474E-910F-690F97317E16}" presName="hierRoot4" presStyleCnt="0"/>
      <dgm:spPr/>
    </dgm:pt>
    <dgm:pt modelId="{B2460370-7104-4257-9327-54316BA71217}" type="pres">
      <dgm:prSet presAssocID="{F975696A-197D-474E-910F-690F97317E16}" presName="composite4" presStyleCnt="0"/>
      <dgm:spPr/>
    </dgm:pt>
    <dgm:pt modelId="{8834A391-2673-4792-8563-14DD437E5C33}" type="pres">
      <dgm:prSet presAssocID="{F975696A-197D-474E-910F-690F97317E16}" presName="background4" presStyleLbl="node4" presStyleIdx="5" presStyleCnt="11"/>
      <dgm:spPr/>
    </dgm:pt>
    <dgm:pt modelId="{82CA75D3-0B5A-497C-9BC0-EFCA61BC1835}" type="pres">
      <dgm:prSet presAssocID="{F975696A-197D-474E-910F-690F97317E16}" presName="text4" presStyleLbl="fgAcc4" presStyleIdx="5" presStyleCnt="11">
        <dgm:presLayoutVars>
          <dgm:chPref val="3"/>
        </dgm:presLayoutVars>
      </dgm:prSet>
      <dgm:spPr/>
    </dgm:pt>
    <dgm:pt modelId="{895A91ED-9490-4B03-87C5-A6FA5DD41359}" type="pres">
      <dgm:prSet presAssocID="{F975696A-197D-474E-910F-690F97317E16}" presName="hierChild5" presStyleCnt="0"/>
      <dgm:spPr/>
    </dgm:pt>
    <dgm:pt modelId="{15325034-59C8-4617-BE5D-9D43D8AE4930}" type="pres">
      <dgm:prSet presAssocID="{EC2ECFFA-DAA2-47FB-A6E4-BF1CF43D380D}" presName="Name23" presStyleLbl="parChTrans1D4" presStyleIdx="6" presStyleCnt="11"/>
      <dgm:spPr/>
    </dgm:pt>
    <dgm:pt modelId="{C0F0FEAA-8F95-42C8-AED5-7A5D5CE3E693}" type="pres">
      <dgm:prSet presAssocID="{25035442-9AAA-4171-9223-79F8F0A2CF94}" presName="hierRoot4" presStyleCnt="0"/>
      <dgm:spPr/>
    </dgm:pt>
    <dgm:pt modelId="{B45A648C-E7A4-4656-92CE-4136B2D3FC2A}" type="pres">
      <dgm:prSet presAssocID="{25035442-9AAA-4171-9223-79F8F0A2CF94}" presName="composite4" presStyleCnt="0"/>
      <dgm:spPr/>
    </dgm:pt>
    <dgm:pt modelId="{528F73BF-D966-4652-8763-E9180E00894C}" type="pres">
      <dgm:prSet presAssocID="{25035442-9AAA-4171-9223-79F8F0A2CF94}" presName="background4" presStyleLbl="node4" presStyleIdx="6" presStyleCnt="11"/>
      <dgm:spPr/>
    </dgm:pt>
    <dgm:pt modelId="{E3D199A4-D36F-46D7-B6D9-5D0A52611A4C}" type="pres">
      <dgm:prSet presAssocID="{25035442-9AAA-4171-9223-79F8F0A2CF94}" presName="text4" presStyleLbl="fgAcc4" presStyleIdx="6" presStyleCnt="11">
        <dgm:presLayoutVars>
          <dgm:chPref val="3"/>
        </dgm:presLayoutVars>
      </dgm:prSet>
      <dgm:spPr/>
    </dgm:pt>
    <dgm:pt modelId="{E696573A-FE59-41B7-ADE3-33ACAF36AA01}" type="pres">
      <dgm:prSet presAssocID="{25035442-9AAA-4171-9223-79F8F0A2CF94}" presName="hierChild5" presStyleCnt="0"/>
      <dgm:spPr/>
    </dgm:pt>
    <dgm:pt modelId="{A8DCF491-F2B3-4C66-8ABF-6637999B1EC1}" type="pres">
      <dgm:prSet presAssocID="{0DB32D4B-00E7-4556-ABE4-C8B08428617B}" presName="Name23" presStyleLbl="parChTrans1D4" presStyleIdx="7" presStyleCnt="11"/>
      <dgm:spPr/>
    </dgm:pt>
    <dgm:pt modelId="{329A2B88-85FD-40F9-A698-4C28653F2E68}" type="pres">
      <dgm:prSet presAssocID="{B82CE45B-A2E7-45AF-9BB6-26060CA1B4DF}" presName="hierRoot4" presStyleCnt="0"/>
      <dgm:spPr/>
    </dgm:pt>
    <dgm:pt modelId="{BA59C3A2-CEC3-42F5-BCFD-1DECB31D8CBE}" type="pres">
      <dgm:prSet presAssocID="{B82CE45B-A2E7-45AF-9BB6-26060CA1B4DF}" presName="composite4" presStyleCnt="0"/>
      <dgm:spPr/>
    </dgm:pt>
    <dgm:pt modelId="{3B4876F0-BF1A-49F3-A5DC-F07BD30D543C}" type="pres">
      <dgm:prSet presAssocID="{B82CE45B-A2E7-45AF-9BB6-26060CA1B4DF}" presName="background4" presStyleLbl="node4" presStyleIdx="7" presStyleCnt="11"/>
      <dgm:spPr/>
    </dgm:pt>
    <dgm:pt modelId="{7B0B6138-778C-4B9E-AA81-64E60C58E106}" type="pres">
      <dgm:prSet presAssocID="{B82CE45B-A2E7-45AF-9BB6-26060CA1B4DF}" presName="text4" presStyleLbl="fgAcc4" presStyleIdx="7" presStyleCnt="11">
        <dgm:presLayoutVars>
          <dgm:chPref val="3"/>
        </dgm:presLayoutVars>
      </dgm:prSet>
      <dgm:spPr/>
    </dgm:pt>
    <dgm:pt modelId="{2C3BF749-DDB6-49B7-91E2-4F23E5BC053A}" type="pres">
      <dgm:prSet presAssocID="{B82CE45B-A2E7-45AF-9BB6-26060CA1B4DF}" presName="hierChild5" presStyleCnt="0"/>
      <dgm:spPr/>
    </dgm:pt>
    <dgm:pt modelId="{34C8E0F9-29E4-4FD4-A544-22F89E7CC9D9}" type="pres">
      <dgm:prSet presAssocID="{32107B92-5F83-4AE0-A4BD-1D8D2FCDB8FA}" presName="Name17" presStyleLbl="parChTrans1D3" presStyleIdx="8" presStyleCnt="14"/>
      <dgm:spPr/>
    </dgm:pt>
    <dgm:pt modelId="{5D6152B1-BA0F-4B12-B7A0-770F4F9C6810}" type="pres">
      <dgm:prSet presAssocID="{C7D0FFDC-7BD4-4A75-B4B9-23FF4212FC7E}" presName="hierRoot3" presStyleCnt="0"/>
      <dgm:spPr/>
    </dgm:pt>
    <dgm:pt modelId="{1F2777FE-A0DC-4F3B-A9AD-38289662A7B2}" type="pres">
      <dgm:prSet presAssocID="{C7D0FFDC-7BD4-4A75-B4B9-23FF4212FC7E}" presName="composite3" presStyleCnt="0"/>
      <dgm:spPr/>
    </dgm:pt>
    <dgm:pt modelId="{63D24F0E-8995-4A16-AD4F-6C59EB643C35}" type="pres">
      <dgm:prSet presAssocID="{C7D0FFDC-7BD4-4A75-B4B9-23FF4212FC7E}" presName="background3" presStyleLbl="node3" presStyleIdx="8" presStyleCnt="14"/>
      <dgm:spPr/>
    </dgm:pt>
    <dgm:pt modelId="{A556DAA3-8907-4F48-B4FF-FECB32667592}" type="pres">
      <dgm:prSet presAssocID="{C7D0FFDC-7BD4-4A75-B4B9-23FF4212FC7E}" presName="text3" presStyleLbl="fgAcc3" presStyleIdx="8" presStyleCnt="14">
        <dgm:presLayoutVars>
          <dgm:chPref val="3"/>
        </dgm:presLayoutVars>
      </dgm:prSet>
      <dgm:spPr/>
    </dgm:pt>
    <dgm:pt modelId="{14B35B22-DE87-41EC-BE2E-E342AE802F9A}" type="pres">
      <dgm:prSet presAssocID="{C7D0FFDC-7BD4-4A75-B4B9-23FF4212FC7E}" presName="hierChild4" presStyleCnt="0"/>
      <dgm:spPr/>
    </dgm:pt>
    <dgm:pt modelId="{4CD0362F-5727-4069-8DDC-5D65B6D5EC35}" type="pres">
      <dgm:prSet presAssocID="{DD7096F4-FC73-456A-9F9A-1993E75869C8}" presName="Name23" presStyleLbl="parChTrans1D4" presStyleIdx="8" presStyleCnt="11"/>
      <dgm:spPr/>
    </dgm:pt>
    <dgm:pt modelId="{053DFB90-6325-4F47-B526-35A8824C309C}" type="pres">
      <dgm:prSet presAssocID="{EBEB1DE9-EC5B-4EDA-9AA6-1ABCF60A3DC5}" presName="hierRoot4" presStyleCnt="0"/>
      <dgm:spPr/>
    </dgm:pt>
    <dgm:pt modelId="{F1FE4C44-6B21-448F-92DB-3F7538F7B49E}" type="pres">
      <dgm:prSet presAssocID="{EBEB1DE9-EC5B-4EDA-9AA6-1ABCF60A3DC5}" presName="composite4" presStyleCnt="0"/>
      <dgm:spPr/>
    </dgm:pt>
    <dgm:pt modelId="{20119B54-7889-4AA0-B90C-CDDA931358C0}" type="pres">
      <dgm:prSet presAssocID="{EBEB1DE9-EC5B-4EDA-9AA6-1ABCF60A3DC5}" presName="background4" presStyleLbl="node4" presStyleIdx="8" presStyleCnt="11"/>
      <dgm:spPr/>
    </dgm:pt>
    <dgm:pt modelId="{835AF22F-8DF9-41C5-B42A-AA12C687A6F7}" type="pres">
      <dgm:prSet presAssocID="{EBEB1DE9-EC5B-4EDA-9AA6-1ABCF60A3DC5}" presName="text4" presStyleLbl="fgAcc4" presStyleIdx="8" presStyleCnt="11" custLinFactX="-2132" custLinFactY="100000" custLinFactNeighborX="-100000" custLinFactNeighborY="149952">
        <dgm:presLayoutVars>
          <dgm:chPref val="3"/>
        </dgm:presLayoutVars>
      </dgm:prSet>
      <dgm:spPr/>
    </dgm:pt>
    <dgm:pt modelId="{035E072A-9D84-47E4-9969-B6C03B6EDDF5}" type="pres">
      <dgm:prSet presAssocID="{EBEB1DE9-EC5B-4EDA-9AA6-1ABCF60A3DC5}" presName="hierChild5" presStyleCnt="0"/>
      <dgm:spPr/>
    </dgm:pt>
    <dgm:pt modelId="{11B889C1-6CB9-4991-93EB-A859E24B0312}" type="pres">
      <dgm:prSet presAssocID="{B8C78012-DE86-47BF-B77B-F69CD4AAD94B}" presName="Name23" presStyleLbl="parChTrans1D4" presStyleIdx="9" presStyleCnt="11"/>
      <dgm:spPr/>
    </dgm:pt>
    <dgm:pt modelId="{33F1DD9F-1953-4D40-A473-1508609F6509}" type="pres">
      <dgm:prSet presAssocID="{93C5FB4E-5B0B-4409-A2B8-3401B50B6054}" presName="hierRoot4" presStyleCnt="0"/>
      <dgm:spPr/>
    </dgm:pt>
    <dgm:pt modelId="{4C2FB3FF-91A2-4A66-9D80-21DDFAFCBAAC}" type="pres">
      <dgm:prSet presAssocID="{93C5FB4E-5B0B-4409-A2B8-3401B50B6054}" presName="composite4" presStyleCnt="0"/>
      <dgm:spPr/>
    </dgm:pt>
    <dgm:pt modelId="{07610260-AD35-4EF8-95C7-CF02F727FA5B}" type="pres">
      <dgm:prSet presAssocID="{93C5FB4E-5B0B-4409-A2B8-3401B50B6054}" presName="background4" presStyleLbl="node4" presStyleIdx="9" presStyleCnt="11"/>
      <dgm:spPr/>
    </dgm:pt>
    <dgm:pt modelId="{A56A93F6-1FA1-4924-ACC8-79103967CAE2}" type="pres">
      <dgm:prSet presAssocID="{93C5FB4E-5B0B-4409-A2B8-3401B50B6054}" presName="text4" presStyleLbl="fgAcc4" presStyleIdx="9" presStyleCnt="11" custLinFactY="100000" custLinFactNeighborX="-33124" custLinFactNeighborY="186901">
        <dgm:presLayoutVars>
          <dgm:chPref val="3"/>
        </dgm:presLayoutVars>
      </dgm:prSet>
      <dgm:spPr/>
    </dgm:pt>
    <dgm:pt modelId="{8AC58E2E-3DFD-4D7D-B16B-90E8A1E6E44C}" type="pres">
      <dgm:prSet presAssocID="{93C5FB4E-5B0B-4409-A2B8-3401B50B6054}" presName="hierChild5" presStyleCnt="0"/>
      <dgm:spPr/>
    </dgm:pt>
    <dgm:pt modelId="{7992F906-5C17-4464-9BA2-F37DCA22ABC3}" type="pres">
      <dgm:prSet presAssocID="{B2018C6F-C69D-4E10-8CF9-683531875AA9}" presName="Name17" presStyleLbl="parChTrans1D3" presStyleIdx="9" presStyleCnt="14"/>
      <dgm:spPr/>
    </dgm:pt>
    <dgm:pt modelId="{717336E7-FB9B-4FFD-B138-00AA25DEB354}" type="pres">
      <dgm:prSet presAssocID="{B2D52687-DBB9-4215-9137-507541EF6B8E}" presName="hierRoot3" presStyleCnt="0"/>
      <dgm:spPr/>
    </dgm:pt>
    <dgm:pt modelId="{B2675EF3-9CBD-4E12-B1DB-39E127D48958}" type="pres">
      <dgm:prSet presAssocID="{B2D52687-DBB9-4215-9137-507541EF6B8E}" presName="composite3" presStyleCnt="0"/>
      <dgm:spPr/>
    </dgm:pt>
    <dgm:pt modelId="{0585EB58-902F-49D5-A8B7-339C0C775A63}" type="pres">
      <dgm:prSet presAssocID="{B2D52687-DBB9-4215-9137-507541EF6B8E}" presName="background3" presStyleLbl="node3" presStyleIdx="9" presStyleCnt="14"/>
      <dgm:spPr/>
    </dgm:pt>
    <dgm:pt modelId="{C83D6498-D3E9-4BF1-87D2-80C6B91CEA74}" type="pres">
      <dgm:prSet presAssocID="{B2D52687-DBB9-4215-9137-507541EF6B8E}" presName="text3" presStyleLbl="fgAcc3" presStyleIdx="9" presStyleCnt="14">
        <dgm:presLayoutVars>
          <dgm:chPref val="3"/>
        </dgm:presLayoutVars>
      </dgm:prSet>
      <dgm:spPr/>
    </dgm:pt>
    <dgm:pt modelId="{885631DF-B55E-4C5A-8CA9-F2782A4A48C6}" type="pres">
      <dgm:prSet presAssocID="{B2D52687-DBB9-4215-9137-507541EF6B8E}" presName="hierChild4" presStyleCnt="0"/>
      <dgm:spPr/>
    </dgm:pt>
    <dgm:pt modelId="{74810CEF-FC62-44A5-A6D8-94806526C998}" type="pres">
      <dgm:prSet presAssocID="{0871A7CC-843C-45A5-8B7B-0FCC429C3E85}" presName="Name23" presStyleLbl="parChTrans1D4" presStyleIdx="10" presStyleCnt="11"/>
      <dgm:spPr/>
    </dgm:pt>
    <dgm:pt modelId="{FA352081-4D85-4BEC-AD20-C426A1719172}" type="pres">
      <dgm:prSet presAssocID="{5A5A4ACA-5D92-4BDA-A1F6-78CA201D1AF7}" presName="hierRoot4" presStyleCnt="0"/>
      <dgm:spPr/>
    </dgm:pt>
    <dgm:pt modelId="{9E543E84-F89A-4EB8-AF95-3E40DB45B211}" type="pres">
      <dgm:prSet presAssocID="{5A5A4ACA-5D92-4BDA-A1F6-78CA201D1AF7}" presName="composite4" presStyleCnt="0"/>
      <dgm:spPr/>
    </dgm:pt>
    <dgm:pt modelId="{954A8F76-7EF6-4DD7-B5E7-BA46E1DBFB9F}" type="pres">
      <dgm:prSet presAssocID="{5A5A4ACA-5D92-4BDA-A1F6-78CA201D1AF7}" presName="background4" presStyleLbl="node4" presStyleIdx="10" presStyleCnt="11"/>
      <dgm:spPr/>
    </dgm:pt>
    <dgm:pt modelId="{62FCB01E-988F-4887-BE15-13C200BF9C5D}" type="pres">
      <dgm:prSet presAssocID="{5A5A4ACA-5D92-4BDA-A1F6-78CA201D1AF7}" presName="text4" presStyleLbl="fgAcc4" presStyleIdx="10" presStyleCnt="11">
        <dgm:presLayoutVars>
          <dgm:chPref val="3"/>
        </dgm:presLayoutVars>
      </dgm:prSet>
      <dgm:spPr/>
    </dgm:pt>
    <dgm:pt modelId="{B68BE13E-6431-4DB3-94FE-4CC442D298E2}" type="pres">
      <dgm:prSet presAssocID="{5A5A4ACA-5D92-4BDA-A1F6-78CA201D1AF7}" presName="hierChild5" presStyleCnt="0"/>
      <dgm:spPr/>
    </dgm:pt>
    <dgm:pt modelId="{592F97CA-59C7-4A20-BF94-07CF36E26EA4}" type="pres">
      <dgm:prSet presAssocID="{13AA90D6-5099-4919-9E7B-D9C4BCAAE1E7}" presName="Name10" presStyleLbl="parChTrans1D2" presStyleIdx="3" presStyleCnt="4"/>
      <dgm:spPr/>
    </dgm:pt>
    <dgm:pt modelId="{06E65AAD-41A9-4C04-8527-E90DB1A83590}" type="pres">
      <dgm:prSet presAssocID="{D51FF7C4-9D7B-495E-B656-09104DB21712}" presName="hierRoot2" presStyleCnt="0"/>
      <dgm:spPr/>
    </dgm:pt>
    <dgm:pt modelId="{91733200-D1B7-4D28-9969-E936B2F7B67A}" type="pres">
      <dgm:prSet presAssocID="{D51FF7C4-9D7B-495E-B656-09104DB21712}" presName="composite2" presStyleCnt="0"/>
      <dgm:spPr/>
    </dgm:pt>
    <dgm:pt modelId="{E8E112C4-4B87-4F5C-89EA-CAE85DEDE9A7}" type="pres">
      <dgm:prSet presAssocID="{D51FF7C4-9D7B-495E-B656-09104DB21712}" presName="background2" presStyleLbl="node2" presStyleIdx="3" presStyleCnt="4"/>
      <dgm:spPr/>
    </dgm:pt>
    <dgm:pt modelId="{3C61FCA2-BDF9-4F84-8FDE-36A51891C46B}" type="pres">
      <dgm:prSet presAssocID="{D51FF7C4-9D7B-495E-B656-09104DB21712}" presName="text2" presStyleLbl="fgAcc2" presStyleIdx="3" presStyleCnt="4" custScaleX="158836" custScaleY="165000" custLinFactY="-100000" custLinFactNeighborX="56052" custLinFactNeighborY="-149798">
        <dgm:presLayoutVars>
          <dgm:chPref val="3"/>
        </dgm:presLayoutVars>
      </dgm:prSet>
      <dgm:spPr/>
    </dgm:pt>
    <dgm:pt modelId="{9B6B6C22-C22A-4125-9EF0-CAA03E9EA4A7}" type="pres">
      <dgm:prSet presAssocID="{D51FF7C4-9D7B-495E-B656-09104DB21712}" presName="hierChild3" presStyleCnt="0"/>
      <dgm:spPr/>
    </dgm:pt>
    <dgm:pt modelId="{658B55B5-E05D-43E4-80BE-1DBD97A4541F}" type="pres">
      <dgm:prSet presAssocID="{5CE4C843-87BE-417B-BCE0-AD516E28D658}" presName="Name17" presStyleLbl="parChTrans1D3" presStyleIdx="10" presStyleCnt="14"/>
      <dgm:spPr/>
    </dgm:pt>
    <dgm:pt modelId="{6E008E82-634A-41A1-9537-C45AA98C676B}" type="pres">
      <dgm:prSet presAssocID="{98089FD4-8CFE-4FA6-AFA7-A607D5DFF65D}" presName="hierRoot3" presStyleCnt="0"/>
      <dgm:spPr/>
    </dgm:pt>
    <dgm:pt modelId="{EB48B4DC-10C1-44F4-8976-DD35E07587CD}" type="pres">
      <dgm:prSet presAssocID="{98089FD4-8CFE-4FA6-AFA7-A607D5DFF65D}" presName="composite3" presStyleCnt="0"/>
      <dgm:spPr/>
    </dgm:pt>
    <dgm:pt modelId="{2E884C24-1DD4-4070-BE08-2844CC5C3B21}" type="pres">
      <dgm:prSet presAssocID="{98089FD4-8CFE-4FA6-AFA7-A607D5DFF65D}" presName="background3" presStyleLbl="node3" presStyleIdx="10" presStyleCnt="14"/>
      <dgm:spPr/>
    </dgm:pt>
    <dgm:pt modelId="{68DBD28A-5018-4F3D-ABB8-46AFDE2114F1}" type="pres">
      <dgm:prSet presAssocID="{98089FD4-8CFE-4FA6-AFA7-A607D5DFF65D}" presName="text3" presStyleLbl="fgAcc3" presStyleIdx="10" presStyleCnt="14">
        <dgm:presLayoutVars>
          <dgm:chPref val="3"/>
        </dgm:presLayoutVars>
      </dgm:prSet>
      <dgm:spPr/>
    </dgm:pt>
    <dgm:pt modelId="{4464B617-3656-465D-81EF-AE2E0B484317}" type="pres">
      <dgm:prSet presAssocID="{98089FD4-8CFE-4FA6-AFA7-A607D5DFF65D}" presName="hierChild4" presStyleCnt="0"/>
      <dgm:spPr/>
    </dgm:pt>
    <dgm:pt modelId="{D299F0FC-1EE3-4D1D-B785-6D507ABE6066}" type="pres">
      <dgm:prSet presAssocID="{8D855930-6FBF-4D90-A881-469952C186DC}" presName="Name17" presStyleLbl="parChTrans1D3" presStyleIdx="11" presStyleCnt="14"/>
      <dgm:spPr/>
    </dgm:pt>
    <dgm:pt modelId="{C16F59C7-7500-435A-8C3C-AF65B2605233}" type="pres">
      <dgm:prSet presAssocID="{1C4BA756-19EF-4C32-B462-06E3ACF2BB48}" presName="hierRoot3" presStyleCnt="0"/>
      <dgm:spPr/>
    </dgm:pt>
    <dgm:pt modelId="{DA5BC034-C5DE-4F47-8146-F0715C1FF662}" type="pres">
      <dgm:prSet presAssocID="{1C4BA756-19EF-4C32-B462-06E3ACF2BB48}" presName="composite3" presStyleCnt="0"/>
      <dgm:spPr/>
    </dgm:pt>
    <dgm:pt modelId="{E0640A08-AF33-473D-894D-46E5A69433AD}" type="pres">
      <dgm:prSet presAssocID="{1C4BA756-19EF-4C32-B462-06E3ACF2BB48}" presName="background3" presStyleLbl="node3" presStyleIdx="11" presStyleCnt="14"/>
      <dgm:spPr/>
    </dgm:pt>
    <dgm:pt modelId="{5A0983E0-F14A-487D-8EC5-B988DE0E90AB}" type="pres">
      <dgm:prSet presAssocID="{1C4BA756-19EF-4C32-B462-06E3ACF2BB48}" presName="text3" presStyleLbl="fgAcc3" presStyleIdx="11" presStyleCnt="14">
        <dgm:presLayoutVars>
          <dgm:chPref val="3"/>
        </dgm:presLayoutVars>
      </dgm:prSet>
      <dgm:spPr/>
    </dgm:pt>
    <dgm:pt modelId="{7E2197D2-6674-47F1-9A43-5925EB1F2845}" type="pres">
      <dgm:prSet presAssocID="{1C4BA756-19EF-4C32-B462-06E3ACF2BB48}" presName="hierChild4" presStyleCnt="0"/>
      <dgm:spPr/>
    </dgm:pt>
    <dgm:pt modelId="{194AF2E7-2FEC-4262-8C1D-3551590F5191}" type="pres">
      <dgm:prSet presAssocID="{46C9E6B8-91E8-4539-B38A-D8A412D7F4EF}" presName="Name17" presStyleLbl="parChTrans1D3" presStyleIdx="12" presStyleCnt="14"/>
      <dgm:spPr/>
    </dgm:pt>
    <dgm:pt modelId="{CD8F8101-176C-4CF6-A050-590BC30AD958}" type="pres">
      <dgm:prSet presAssocID="{91B1FCF3-B699-40D4-9910-729A19DB7C34}" presName="hierRoot3" presStyleCnt="0"/>
      <dgm:spPr/>
    </dgm:pt>
    <dgm:pt modelId="{D4EBCD37-73E0-4B9C-8EF6-A5CF2F0B89E1}" type="pres">
      <dgm:prSet presAssocID="{91B1FCF3-B699-40D4-9910-729A19DB7C34}" presName="composite3" presStyleCnt="0"/>
      <dgm:spPr/>
    </dgm:pt>
    <dgm:pt modelId="{395BDAE0-7F3A-4F31-B61A-EAADECFD6F59}" type="pres">
      <dgm:prSet presAssocID="{91B1FCF3-B699-40D4-9910-729A19DB7C34}" presName="background3" presStyleLbl="node3" presStyleIdx="12" presStyleCnt="14"/>
      <dgm:spPr/>
    </dgm:pt>
    <dgm:pt modelId="{7D723DEF-0421-434F-8330-EF7DCDC23772}" type="pres">
      <dgm:prSet presAssocID="{91B1FCF3-B699-40D4-9910-729A19DB7C34}" presName="text3" presStyleLbl="fgAcc3" presStyleIdx="12" presStyleCnt="14">
        <dgm:presLayoutVars>
          <dgm:chPref val="3"/>
        </dgm:presLayoutVars>
      </dgm:prSet>
      <dgm:spPr/>
    </dgm:pt>
    <dgm:pt modelId="{4E0510AC-7C89-4674-A7B3-63574E310C54}" type="pres">
      <dgm:prSet presAssocID="{91B1FCF3-B699-40D4-9910-729A19DB7C34}" presName="hierChild4" presStyleCnt="0"/>
      <dgm:spPr/>
    </dgm:pt>
    <dgm:pt modelId="{33589461-390A-4281-81F8-840DFC8B81A3}" type="pres">
      <dgm:prSet presAssocID="{4796F6D3-44B8-42B6-9F29-61265749A341}" presName="Name17" presStyleLbl="parChTrans1D3" presStyleIdx="13" presStyleCnt="14"/>
      <dgm:spPr/>
    </dgm:pt>
    <dgm:pt modelId="{C3F42DCB-FF90-4437-98C8-E18CB7F41F3D}" type="pres">
      <dgm:prSet presAssocID="{C3A23BFC-BA41-41D3-97B4-251317DCBB7D}" presName="hierRoot3" presStyleCnt="0"/>
      <dgm:spPr/>
    </dgm:pt>
    <dgm:pt modelId="{885A6F01-1B97-4481-9587-D16FAEA7CC79}" type="pres">
      <dgm:prSet presAssocID="{C3A23BFC-BA41-41D3-97B4-251317DCBB7D}" presName="composite3" presStyleCnt="0"/>
      <dgm:spPr/>
    </dgm:pt>
    <dgm:pt modelId="{E801C499-0074-460E-A146-8875AC37346B}" type="pres">
      <dgm:prSet presAssocID="{C3A23BFC-BA41-41D3-97B4-251317DCBB7D}" presName="background3" presStyleLbl="node3" presStyleIdx="13" presStyleCnt="14"/>
      <dgm:spPr/>
    </dgm:pt>
    <dgm:pt modelId="{5E1D474E-508C-49DE-B6ED-3A7F19C06A23}" type="pres">
      <dgm:prSet presAssocID="{C3A23BFC-BA41-41D3-97B4-251317DCBB7D}" presName="text3" presStyleLbl="fgAcc3" presStyleIdx="13" presStyleCnt="14">
        <dgm:presLayoutVars>
          <dgm:chPref val="3"/>
        </dgm:presLayoutVars>
      </dgm:prSet>
      <dgm:spPr/>
    </dgm:pt>
    <dgm:pt modelId="{A7EE7E51-E2A7-41FF-8640-0F3BF14C6023}" type="pres">
      <dgm:prSet presAssocID="{C3A23BFC-BA41-41D3-97B4-251317DCBB7D}" presName="hierChild4" presStyleCnt="0"/>
      <dgm:spPr/>
    </dgm:pt>
  </dgm:ptLst>
  <dgm:cxnLst>
    <dgm:cxn modelId="{EBF2DA0B-ACD5-49C5-AA2A-4FEF7632AFC4}" srcId="{B2D52687-DBB9-4215-9137-507541EF6B8E}" destId="{5A5A4ACA-5D92-4BDA-A1F6-78CA201D1AF7}" srcOrd="0" destOrd="0" parTransId="{0871A7CC-843C-45A5-8B7B-0FCC429C3E85}" sibTransId="{7A890D99-FFEA-4199-8861-390B1CE405DA}"/>
    <dgm:cxn modelId="{AA23760D-BA2D-45B4-B930-D06D1B6CB54A}" type="presOf" srcId="{74871A4B-E999-4C2D-9D69-63D9F6F141FF}" destId="{32A189E5-E2DE-47F7-A45A-5A504FA91D30}" srcOrd="0" destOrd="0" presId="urn:microsoft.com/office/officeart/2005/8/layout/hierarchy1"/>
    <dgm:cxn modelId="{106E010E-0288-4FC6-A495-81C424254464}" srcId="{D51FF7C4-9D7B-495E-B656-09104DB21712}" destId="{98089FD4-8CFE-4FA6-AFA7-A607D5DFF65D}" srcOrd="0" destOrd="0" parTransId="{5CE4C843-87BE-417B-BCE0-AD516E28D658}" sibTransId="{A4606DE2-F7A0-4A95-9EDA-620BD6E2461C}"/>
    <dgm:cxn modelId="{45D9DF12-3533-4136-AA52-0F501F0D3B33}" type="presOf" srcId="{5A5A4ACA-5D92-4BDA-A1F6-78CA201D1AF7}" destId="{62FCB01E-988F-4887-BE15-13C200BF9C5D}" srcOrd="0" destOrd="0" presId="urn:microsoft.com/office/officeart/2005/8/layout/hierarchy1"/>
    <dgm:cxn modelId="{92BFF717-5309-41BD-97A5-E8FCF02AEAF5}" type="presOf" srcId="{91B1FCF3-B699-40D4-9910-729A19DB7C34}" destId="{7D723DEF-0421-434F-8330-EF7DCDC23772}" srcOrd="0" destOrd="0" presId="urn:microsoft.com/office/officeart/2005/8/layout/hierarchy1"/>
    <dgm:cxn modelId="{ED9F5719-A78E-45DD-8D8D-E265204CAA4C}" srcId="{383975E5-3578-4B30-966D-874C60EC3FC6}" destId="{B82CE45B-A2E7-45AF-9BB6-26060CA1B4DF}" srcOrd="4" destOrd="0" parTransId="{0DB32D4B-00E7-4556-ABE4-C8B08428617B}" sibTransId="{0ECC9A8C-7D19-4FD5-8ADB-CD05677F9CA1}"/>
    <dgm:cxn modelId="{7BF0F11B-2FF3-4657-8CCF-D9C6733104D9}" type="presOf" srcId="{570711A2-0F15-1E4E-84E9-5DECF631ACE9}" destId="{F30618D8-D0CE-4F65-878C-A693C12AFC64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25358123-E029-4ED4-9B70-2E744DC3AD2A}" srcId="{383975E5-3578-4B30-966D-874C60EC3FC6}" destId="{CC76B76C-FF0A-4A00-ACAA-F6E426FC6680}" srcOrd="1" destOrd="0" parTransId="{4DFD526E-37D4-4D36-871A-B69446F10532}" sibTransId="{3DD361C6-FC28-4293-BB88-28D7BE1330A7}"/>
    <dgm:cxn modelId="{ADEFB526-3BC7-4FB3-9753-60EF3AA9DB38}" srcId="{1BC165AB-B879-6E45-BE42-9DB85E468E5E}" destId="{C7D0FFDC-7BD4-4A75-B4B9-23FF4212FC7E}" srcOrd="2" destOrd="0" parTransId="{32107B92-5F83-4AE0-A4BD-1D8D2FCDB8FA}" sibTransId="{AEA8F117-6DB9-4ECD-94A3-7D9B461468C6}"/>
    <dgm:cxn modelId="{D38BF228-6C53-485F-B640-45361C4DB959}" type="presOf" srcId="{0A42203B-26C8-F140-A21C-18A332E5B981}" destId="{F0D9F71A-1766-493B-B404-C5BB6B40AFEA}" srcOrd="0" destOrd="0" presId="urn:microsoft.com/office/officeart/2005/8/layout/hierarchy1"/>
    <dgm:cxn modelId="{B9C2DE29-7C44-4526-AA1F-348992433E4F}" type="presOf" srcId="{03B89768-B859-2E49-8534-20D1EFA29B3B}" destId="{232328D2-4DBF-4EFF-AF19-D029FBB81272}" srcOrd="0" destOrd="0" presId="urn:microsoft.com/office/officeart/2005/8/layout/hierarchy1"/>
    <dgm:cxn modelId="{CC77902B-B024-4C90-8E26-1A95DD2C7F6C}" srcId="{383975E5-3578-4B30-966D-874C60EC3FC6}" destId="{25035442-9AAA-4171-9223-79F8F0A2CF94}" srcOrd="3" destOrd="0" parTransId="{EC2ECFFA-DAA2-47FB-A6E4-BF1CF43D380D}" sibTransId="{AEED2974-4D9B-45E4-8D8A-16B24E00D89B}"/>
    <dgm:cxn modelId="{ADE67231-1AA0-419E-AAA7-FF5DB977003E}" type="presOf" srcId="{D11E7EEC-A2DD-6148-AD59-6CD83C19C84D}" destId="{C31C142D-CC01-1143-97E8-88E8F2B4524A}" srcOrd="0" destOrd="0" presId="urn:microsoft.com/office/officeart/2005/8/layout/hierarchy1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4E910C32-1959-41D5-BC08-46393C45748B}" type="presOf" srcId="{4B0E92FA-F37D-7E40-AB74-0DA56805BAE7}" destId="{EC5699C6-A74D-4847-B365-7C191EC17A42}" srcOrd="0" destOrd="0" presId="urn:microsoft.com/office/officeart/2005/8/layout/hierarchy1"/>
    <dgm:cxn modelId="{DC743E34-A0D1-4605-B372-506D7D8B93FB}" srcId="{D51FF7C4-9D7B-495E-B656-09104DB21712}" destId="{91B1FCF3-B699-40D4-9910-729A19DB7C34}" srcOrd="2" destOrd="0" parTransId="{46C9E6B8-91E8-4539-B38A-D8A412D7F4EF}" sibTransId="{1A8576A7-1297-479D-842B-5A6B8ED36C4D}"/>
    <dgm:cxn modelId="{9E3B1F36-196D-452A-BB3C-4FACFA20E975}" type="presOf" srcId="{7634EBF5-E466-1B4A-B6D3-3F4B45B7606D}" destId="{FF81D262-AB2F-4E1D-9B4C-78FCD3C5B151}" srcOrd="0" destOrd="0" presId="urn:microsoft.com/office/officeart/2005/8/layout/hierarchy1"/>
    <dgm:cxn modelId="{29F80C38-A994-4F66-8F3B-546AC4202297}" srcId="{383975E5-3578-4B30-966D-874C60EC3FC6}" destId="{03F72D0D-FB79-4287-8D45-0D7667F17151}" srcOrd="0" destOrd="0" parTransId="{7045215F-7606-4C12-AA1C-A0E7BE61DBF0}" sibTransId="{F36F9516-34B7-4213-92A1-6B0A0530955A}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3114B740-C947-40FB-A24B-7206845E863E}" type="presOf" srcId="{DB346DC5-5247-BD41-9BBB-38F381C6763A}" destId="{BAE9D8D9-F63B-0243-A497-F16166EB0CBB}" srcOrd="0" destOrd="0" presId="urn:microsoft.com/office/officeart/2005/8/layout/hierarchy1"/>
    <dgm:cxn modelId="{2203C740-8FD9-4CE5-BB65-A93B2A9DD472}" type="presOf" srcId="{CC5EA097-859B-418C-AB43-A737EBD06214}" destId="{10CA3AFC-6867-4619-A9A1-A42AF8D5B3DC}" srcOrd="0" destOrd="0" presId="urn:microsoft.com/office/officeart/2005/8/layout/hierarchy1"/>
    <dgm:cxn modelId="{E7F42E5C-083C-471D-A774-97E08648979E}" type="presOf" srcId="{95F71EBD-EC94-9D42-BB0E-C52845D7632F}" destId="{D8BCCBFC-6932-417A-987C-46DEAFCAAF4F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FFE48C5C-9A2C-44AC-9B7B-DAA3D1D48BAA}" type="presOf" srcId="{1C4BA756-19EF-4C32-B462-06E3ACF2BB48}" destId="{5A0983E0-F14A-487D-8EC5-B988DE0E90AB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76D1925F-20F0-4A57-A07D-B97CA00B9948}" srcId="{C7D0FFDC-7BD4-4A75-B4B9-23FF4212FC7E}" destId="{EBEB1DE9-EC5B-4EDA-9AA6-1ABCF60A3DC5}" srcOrd="0" destOrd="0" parTransId="{DD7096F4-FC73-456A-9F9A-1993E75869C8}" sibTransId="{3F68C54D-4AA7-40A2-8110-B0C4FE057241}"/>
    <dgm:cxn modelId="{8D820060-2E8D-4BA1-8530-649414C3F52F}" type="presOf" srcId="{EC2ECFFA-DAA2-47FB-A6E4-BF1CF43D380D}" destId="{15325034-59C8-4617-BE5D-9D43D8AE4930}" srcOrd="0" destOrd="0" presId="urn:microsoft.com/office/officeart/2005/8/layout/hierarchy1"/>
    <dgm:cxn modelId="{565D8A41-41DA-4CD3-BF6C-64CD40B690E1}" srcId="{D51FF7C4-9D7B-495E-B656-09104DB21712}" destId="{1C4BA756-19EF-4C32-B462-06E3ACF2BB48}" srcOrd="1" destOrd="0" parTransId="{8D855930-6FBF-4D90-A881-469952C186DC}" sibTransId="{6CFC2CEE-3299-4409-9083-7D58DCBB293C}"/>
    <dgm:cxn modelId="{2BAAE544-04A6-4059-B549-941CB835FCE0}" type="presOf" srcId="{09F9B57E-1849-452F-A4F3-8E5E295B5207}" destId="{5B55814A-53FC-4D24-ADE7-6C5CED2BD8FC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09460349-D9BD-44F4-BD65-EFAD148C0C4A}" srcId="{DF86860E-2719-A64A-80FF-F56192895399}" destId="{A298D195-21C4-49DD-9DCA-86D7EF531337}" srcOrd="2" destOrd="0" parTransId="{4344F4D2-5B9F-4953-B69E-7F711BAA9CE4}" sibTransId="{821268C5-4CBF-4B92-95E5-7022090066C6}"/>
    <dgm:cxn modelId="{1284A04C-F40C-4205-98CA-EA860F9DBB7E}" srcId="{1BC165AB-B879-6E45-BE42-9DB85E468E5E}" destId="{383975E5-3578-4B30-966D-874C60EC3FC6}" srcOrd="1" destOrd="0" parTransId="{2D3FCBB9-CB16-41CD-A1E1-471290F3E257}" sibTransId="{AD282F0C-E214-43D4-A748-F0BC370638F6}"/>
    <dgm:cxn modelId="{77F6A74E-ABC5-4D71-B1A4-1865513DEED8}" type="presOf" srcId="{8A7E9A38-0069-E54C-9C7F-E9C55CA7C411}" destId="{1F71640A-F8D8-4407-90B4-CE46D67163B5}" srcOrd="0" destOrd="0" presId="urn:microsoft.com/office/officeart/2005/8/layout/hierarchy1"/>
    <dgm:cxn modelId="{F70EAD6F-520C-4D5A-961B-EC8A7997C2E7}" srcId="{1BC165AB-B879-6E45-BE42-9DB85E468E5E}" destId="{B2D52687-DBB9-4215-9137-507541EF6B8E}" srcOrd="3" destOrd="0" parTransId="{B2018C6F-C69D-4E10-8CF9-683531875AA9}" sibTransId="{D2FC300C-8DF6-4C75-9892-C2B1DB161899}"/>
    <dgm:cxn modelId="{D1F33771-64ED-4B22-A825-F48F6953DE5C}" type="presOf" srcId="{B8C78012-DE86-47BF-B77B-F69CD4AAD94B}" destId="{11B889C1-6CB9-4991-93EB-A859E24B0312}" srcOrd="0" destOrd="0" presId="urn:microsoft.com/office/officeart/2005/8/layout/hierarchy1"/>
    <dgm:cxn modelId="{CA07B371-BE89-4FEC-901F-438BE78F1A3E}" type="presOf" srcId="{0E737143-6448-C24B-BA8B-38BA7568F52E}" destId="{7D68BC0A-EDF7-E349-B498-3CBB7AA07288}" srcOrd="0" destOrd="0" presId="urn:microsoft.com/office/officeart/2005/8/layout/hierarchy1"/>
    <dgm:cxn modelId="{A66E2E72-2A16-4FA5-B25C-3642414C28AA}" type="presOf" srcId="{7ABCDAE1-32D3-4D93-9E0F-9B826CB3CB6A}" destId="{A9B4EA5D-AC02-483A-AEFE-052E3C619C07}" srcOrd="0" destOrd="0" presId="urn:microsoft.com/office/officeart/2005/8/layout/hierarchy1"/>
    <dgm:cxn modelId="{ED9D3552-EB85-49E9-B0DD-E47D270210A5}" type="presOf" srcId="{D51FF7C4-9D7B-495E-B656-09104DB21712}" destId="{3C61FCA2-BDF9-4F84-8FDE-36A51891C46B}" srcOrd="0" destOrd="0" presId="urn:microsoft.com/office/officeart/2005/8/layout/hierarchy1"/>
    <dgm:cxn modelId="{B48A7852-DF55-4742-8262-1BFCDE5708B7}" type="presOf" srcId="{DF86860E-2719-A64A-80FF-F56192895399}" destId="{F1BC48F8-BC78-354B-8D25-7D5CBB308992}" srcOrd="0" destOrd="0" presId="urn:microsoft.com/office/officeart/2005/8/layout/hierarchy1"/>
    <dgm:cxn modelId="{9F2DD253-D96F-4304-AABB-6AED36F1B9C2}" type="presOf" srcId="{1BC165AB-B879-6E45-BE42-9DB85E468E5E}" destId="{C9D855B1-F204-3449-A0AB-C83C199BFD6B}" srcOrd="0" destOrd="0" presId="urn:microsoft.com/office/officeart/2005/8/layout/hierarchy1"/>
    <dgm:cxn modelId="{A8EB7A74-C401-40E2-AFB0-EA23097FC002}" type="presOf" srcId="{4344F4D2-5B9F-4953-B69E-7F711BAA9CE4}" destId="{B6A35C01-F482-46A3-8189-BE91A0E78AE8}" srcOrd="0" destOrd="0" presId="urn:microsoft.com/office/officeart/2005/8/layout/hierarchy1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FE6BA458-628E-4A2F-AA8F-0A168CB37870}" type="presOf" srcId="{C7D0FFDC-7BD4-4A75-B4B9-23FF4212FC7E}" destId="{A556DAA3-8907-4F48-B4FF-FECB32667592}" srcOrd="0" destOrd="0" presId="urn:microsoft.com/office/officeart/2005/8/layout/hierarchy1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99E117B-B4FC-4B6A-87A5-06A1A659E2AC}" type="presOf" srcId="{19D8E85A-EF28-1042-9B35-665A12874640}" destId="{564C0382-73AB-AD40-BC20-ACDA75959C27}" srcOrd="0" destOrd="0" presId="urn:microsoft.com/office/officeart/2005/8/layout/hierarchy1"/>
    <dgm:cxn modelId="{536A3C7F-1715-41F6-B94E-7A1F1BE321FC}" type="presOf" srcId="{13AA90D6-5099-4919-9E7B-D9C4BCAAE1E7}" destId="{592F97CA-59C7-4A20-BF94-07CF36E26EA4}" srcOrd="0" destOrd="0" presId="urn:microsoft.com/office/officeart/2005/8/layout/hierarchy1"/>
    <dgm:cxn modelId="{44BAC980-6F50-4096-AFD5-CEBD3E6BDDFE}" type="presOf" srcId="{B2018C6F-C69D-4E10-8CF9-683531875AA9}" destId="{7992F906-5C17-4464-9BA2-F37DCA22ABC3}" srcOrd="0" destOrd="0" presId="urn:microsoft.com/office/officeart/2005/8/layout/hierarchy1"/>
    <dgm:cxn modelId="{DA9D0E82-6F8E-4836-8C57-E4FB971BB926}" type="presOf" srcId="{50A67927-BA02-734A-A0AE-86F97EFE870C}" destId="{CD72D87F-7664-47FE-9381-AFFFD9B57A5F}" srcOrd="0" destOrd="0" presId="urn:microsoft.com/office/officeart/2005/8/layout/hierarchy1"/>
    <dgm:cxn modelId="{6D25D68D-F582-4BAB-B626-C5A8DD2D9B00}" type="presOf" srcId="{F975696A-197D-474E-910F-690F97317E16}" destId="{82CA75D3-0B5A-497C-9BC0-EFCA61BC1835}" srcOrd="0" destOrd="0" presId="urn:microsoft.com/office/officeart/2005/8/layout/hierarchy1"/>
    <dgm:cxn modelId="{27931F92-6C30-4905-92F2-570A5AE10D99}" type="presOf" srcId="{93C5FB4E-5B0B-4409-A2B8-3401B50B6054}" destId="{A56A93F6-1FA1-4924-ACC8-79103967CAE2}" srcOrd="0" destOrd="0" presId="urn:microsoft.com/office/officeart/2005/8/layout/hierarchy1"/>
    <dgm:cxn modelId="{E5C07D92-A248-4344-9528-5DE8ED7CC79D}" srcId="{8A7E9A38-0069-E54C-9C7F-E9C55CA7C411}" destId="{DF995882-17B4-411A-9AFC-3C17BF8EF667}" srcOrd="1" destOrd="0" parTransId="{63384D16-8409-45F0-9CC9-B4C791F3BF7F}" sibTransId="{363463EE-D66C-4162-93B3-F84B3C5BC0C8}"/>
    <dgm:cxn modelId="{EF69E994-B790-475A-BE3A-4EB954A7FEBA}" type="presOf" srcId="{4DFD526E-37D4-4D36-871A-B69446F10532}" destId="{41676C42-CC2F-4293-B35C-8117B9034949}" srcOrd="0" destOrd="0" presId="urn:microsoft.com/office/officeart/2005/8/layout/hierarchy1"/>
    <dgm:cxn modelId="{E2898595-01C5-4137-963F-4E46F311382D}" type="presOf" srcId="{DD7096F4-FC73-456A-9F9A-1993E75869C8}" destId="{4CD0362F-5727-4069-8DDC-5D65B6D5EC35}" srcOrd="0" destOrd="0" presId="urn:microsoft.com/office/officeart/2005/8/layout/hierarchy1"/>
    <dgm:cxn modelId="{9B640996-8A13-41B3-89CB-FC237EE0437C}" type="presOf" srcId="{4796F6D3-44B8-42B6-9F29-61265749A341}" destId="{33589461-390A-4281-81F8-840DFC8B81A3}" srcOrd="0" destOrd="0" presId="urn:microsoft.com/office/officeart/2005/8/layout/hierarchy1"/>
    <dgm:cxn modelId="{45FCFF98-957B-4456-80B3-AD2C1505336D}" type="presOf" srcId="{6F990348-5120-7140-980E-D1A49D03543A}" destId="{082858DA-3FBC-224B-94F4-A3E62BFB3CA0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98D67DA0-6C7A-4254-82B9-248FF19C9C12}" type="presOf" srcId="{EBEB1DE9-EC5B-4EDA-9AA6-1ABCF60A3DC5}" destId="{835AF22F-8DF9-41C5-B42A-AA12C687A6F7}" srcOrd="0" destOrd="0" presId="urn:microsoft.com/office/officeart/2005/8/layout/hierarchy1"/>
    <dgm:cxn modelId="{01310DA2-94C9-42A6-9CB4-14D40CC715E3}" srcId="{8A7E9A38-0069-E54C-9C7F-E9C55CA7C411}" destId="{FA8E5F52-AA91-4359-A000-B1F8E8B7E60C}" srcOrd="0" destOrd="0" parTransId="{09F9B57E-1849-452F-A4F3-8E5E295B5207}" sibTransId="{0A6ECBF9-794D-426A-86CF-7FB764BAC217}"/>
    <dgm:cxn modelId="{2F9DB2A8-5BD5-4E9A-A114-8E3FB6297AEC}" type="presOf" srcId="{C40EC512-88AF-B24D-AAB3-3E9A66643198}" destId="{491FA6F0-76DA-404C-98FF-73B28AB05757}" srcOrd="0" destOrd="0" presId="urn:microsoft.com/office/officeart/2005/8/layout/hierarchy1"/>
    <dgm:cxn modelId="{6C7D8AAA-B9A4-4DBF-8E91-1313DA2E31A9}" type="presOf" srcId="{25035442-9AAA-4171-9223-79F8F0A2CF94}" destId="{E3D199A4-D36F-46D7-B6D9-5D0A52611A4C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032AB1B1-C85F-43D3-94A9-5B58A270DF1B}" srcId="{383975E5-3578-4B30-966D-874C60EC3FC6}" destId="{F975696A-197D-474E-910F-690F97317E16}" srcOrd="2" destOrd="0" parTransId="{7ABCDAE1-32D3-4D93-9E0F-9B826CB3CB6A}" sibTransId="{DAF807D4-F802-4888-ACC4-83FC5D309C02}"/>
    <dgm:cxn modelId="{E4516BB3-2A19-4B5F-8558-951AA993CE2A}" type="presOf" srcId="{A298D195-21C4-49DD-9DCA-86D7EF531337}" destId="{BFBB06CB-AD8E-4554-90F8-A7C3DA3671B8}" srcOrd="0" destOrd="0" presId="urn:microsoft.com/office/officeart/2005/8/layout/hierarchy1"/>
    <dgm:cxn modelId="{C583C1B6-54C3-430D-8197-B361E4B10B25}" type="presOf" srcId="{FA8E5F52-AA91-4359-A000-B1F8E8B7E60C}" destId="{C01574C1-AF21-4B64-AF18-A5A0F1DA3D15}" srcOrd="0" destOrd="0" presId="urn:microsoft.com/office/officeart/2005/8/layout/hierarchy1"/>
    <dgm:cxn modelId="{35CCF3B7-B350-4F1C-B083-257556D6E34C}" type="presOf" srcId="{2D3FCBB9-CB16-41CD-A1E1-471290F3E257}" destId="{E0F58E95-1E2E-4C4C-B746-12E10503717A}" srcOrd="0" destOrd="0" presId="urn:microsoft.com/office/officeart/2005/8/layout/hierarchy1"/>
    <dgm:cxn modelId="{356238B8-F44B-47A3-9050-092562D97C01}" type="presOf" srcId="{98D6B55B-33A1-654B-9A07-4017B4BCBC3D}" destId="{26F1EDDD-69FD-4BC8-BD1F-FDFC6CFF0152}" srcOrd="0" destOrd="0" presId="urn:microsoft.com/office/officeart/2005/8/layout/hierarchy1"/>
    <dgm:cxn modelId="{71F880B9-09A5-47BE-B27C-EA8F9C363D9B}" srcId="{D51FF7C4-9D7B-495E-B656-09104DB21712}" destId="{C3A23BFC-BA41-41D3-97B4-251317DCBB7D}" srcOrd="3" destOrd="0" parTransId="{4796F6D3-44B8-42B6-9F29-61265749A341}" sibTransId="{B8796722-AED7-4531-952E-07C51507B72C}"/>
    <dgm:cxn modelId="{A9C445BC-532B-4A61-A8CC-A6D156C26904}" type="presOf" srcId="{98089FD4-8CFE-4FA6-AFA7-A607D5DFF65D}" destId="{68DBD28A-5018-4F3D-ABB8-46AFDE2114F1}" srcOrd="0" destOrd="0" presId="urn:microsoft.com/office/officeart/2005/8/layout/hierarchy1"/>
    <dgm:cxn modelId="{FEC0AFBE-425E-47D4-804E-0B37DDBBB650}" type="presOf" srcId="{B82CE45B-A2E7-45AF-9BB6-26060CA1B4DF}" destId="{7B0B6138-778C-4B9E-AA81-64E60C58E106}" srcOrd="0" destOrd="0" presId="urn:microsoft.com/office/officeart/2005/8/layout/hierarchy1"/>
    <dgm:cxn modelId="{4A0A1BC1-E241-4F59-8EC2-4E97CFD9B055}" type="presOf" srcId="{29AD3176-2D40-CF49-A544-12BEE310D254}" destId="{8EEDF970-CC88-124A-A9E9-A1462E464C5C}" srcOrd="0" destOrd="0" presId="urn:microsoft.com/office/officeart/2005/8/layout/hierarchy1"/>
    <dgm:cxn modelId="{11FE66C1-1D18-4738-9321-0E28FF5590BC}" type="presOf" srcId="{DF995882-17B4-411A-9AFC-3C17BF8EF667}" destId="{9E264A38-2B96-49EC-B17E-DD361790F91F}" srcOrd="0" destOrd="0" presId="urn:microsoft.com/office/officeart/2005/8/layout/hierarchy1"/>
    <dgm:cxn modelId="{58CFF4C2-AE9B-4306-B7FE-E64C475E64D0}" type="presOf" srcId="{0DB32D4B-00E7-4556-ABE4-C8B08428617B}" destId="{A8DCF491-F2B3-4C66-8ABF-6637999B1EC1}" srcOrd="0" destOrd="0" presId="urn:microsoft.com/office/officeart/2005/8/layout/hierarchy1"/>
    <dgm:cxn modelId="{B1FD59C3-2FB7-4F4A-9A50-B17AB9E760DC}" type="presOf" srcId="{7835FD59-B514-0B47-B7B8-0983910456A6}" destId="{265B3781-273D-0148-87CB-FBE8B43D31EF}" srcOrd="0" destOrd="0" presId="urn:microsoft.com/office/officeart/2005/8/layout/hierarchy1"/>
    <dgm:cxn modelId="{67A8FEC9-C39E-49C5-9975-73F05357C5C2}" type="presOf" srcId="{B2D52687-DBB9-4215-9137-507541EF6B8E}" destId="{C83D6498-D3E9-4BF1-87D2-80C6B91CEA74}" srcOrd="0" destOrd="0" presId="urn:microsoft.com/office/officeart/2005/8/layout/hierarchy1"/>
    <dgm:cxn modelId="{244A42CB-C417-4335-BFC3-11F5FD559DB0}" type="presOf" srcId="{03F72D0D-FB79-4287-8D45-0D7667F17151}" destId="{74D19418-052E-47A8-BD10-EC7A2DE641F8}" srcOrd="0" destOrd="0" presId="urn:microsoft.com/office/officeart/2005/8/layout/hierarchy1"/>
    <dgm:cxn modelId="{373B21CC-3551-42A4-8DC5-C81BFE450FC2}" type="presOf" srcId="{7045215F-7606-4C12-AA1C-A0E7BE61DBF0}" destId="{4F40FC7C-C84A-4D51-B3EC-584459ED5885}" srcOrd="0" destOrd="0" presId="urn:microsoft.com/office/officeart/2005/8/layout/hierarchy1"/>
    <dgm:cxn modelId="{BF2526CD-081B-490D-86E1-29A1B03FE286}" type="presOf" srcId="{C3A23BFC-BA41-41D3-97B4-251317DCBB7D}" destId="{5E1D474E-508C-49DE-B6ED-3A7F19C06A23}" srcOrd="0" destOrd="0" presId="urn:microsoft.com/office/officeart/2005/8/layout/hierarchy1"/>
    <dgm:cxn modelId="{124896CD-63ED-4E6D-A214-70CC381DFBC2}" type="presOf" srcId="{32107B92-5F83-4AE0-A4BD-1D8D2FCDB8FA}" destId="{34C8E0F9-29E4-4FD4-A544-22F89E7CC9D9}" srcOrd="0" destOrd="0" presId="urn:microsoft.com/office/officeart/2005/8/layout/hierarchy1"/>
    <dgm:cxn modelId="{0859FACD-440F-446A-9B3F-26BEC9B5C141}" type="presOf" srcId="{0871A7CC-843C-45A5-8B7B-0FCC429C3E85}" destId="{74810CEF-FC62-44A5-A6D8-94806526C998}" srcOrd="0" destOrd="0" presId="urn:microsoft.com/office/officeart/2005/8/layout/hierarchy1"/>
    <dgm:cxn modelId="{6F57B8D3-9F04-46FF-A6FF-68FD442366BF}" type="presOf" srcId="{CC76B76C-FF0A-4A00-ACAA-F6E426FC6680}" destId="{7AF1B554-7421-4A05-B77F-C1B10DAF10CE}" srcOrd="0" destOrd="0" presId="urn:microsoft.com/office/officeart/2005/8/layout/hierarchy1"/>
    <dgm:cxn modelId="{1126DAD9-819A-4C2E-83AA-5D1E45C658B0}" type="presOf" srcId="{8D855930-6FBF-4D90-A881-469952C186DC}" destId="{D299F0FC-1EE3-4D1D-B785-6D507ABE6066}" srcOrd="0" destOrd="0" presId="urn:microsoft.com/office/officeart/2005/8/layout/hierarchy1"/>
    <dgm:cxn modelId="{801A22DB-F4C7-4C8E-B0CB-4033F3269398}" type="presOf" srcId="{46C9E6B8-91E8-4539-B38A-D8A412D7F4EF}" destId="{194AF2E7-2FEC-4262-8C1D-3551590F5191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6B791ADD-5F8C-4543-8965-636027C8F1EC}" srcId="{7835FD59-B514-0B47-B7B8-0983910456A6}" destId="{D51FF7C4-9D7B-495E-B656-09104DB21712}" srcOrd="3" destOrd="0" parTransId="{13AA90D6-5099-4919-9E7B-D9C4BCAAE1E7}" sibTransId="{A5905D56-31CA-4956-ADC7-D5BC808CCC5E}"/>
    <dgm:cxn modelId="{5400AADF-4D57-4CAB-9FCD-EC108BD3597B}" type="presOf" srcId="{5CE4C843-87BE-417B-BCE0-AD516E28D658}" destId="{658B55B5-E05D-43E4-80BE-1DBD97A4541F}" srcOrd="0" destOrd="0" presId="urn:microsoft.com/office/officeart/2005/8/layout/hierarchy1"/>
    <dgm:cxn modelId="{48CBA6E1-EF38-4DFC-BE26-E298FBFD9D1C}" srcId="{C7D0FFDC-7BD4-4A75-B4B9-23FF4212FC7E}" destId="{93C5FB4E-5B0B-4409-A2B8-3401B50B6054}" srcOrd="1" destOrd="0" parTransId="{B8C78012-DE86-47BF-B77B-F69CD4AAD94B}" sibTransId="{1132DF01-A884-467F-9CC5-B4C7665F9C2B}"/>
    <dgm:cxn modelId="{24FC18F1-9AB7-43B0-95BA-6C087744BB35}" type="presOf" srcId="{383975E5-3578-4B30-966D-874C60EC3FC6}" destId="{4CBE210A-D0A2-4E35-85F7-92E2EE2573BA}" srcOrd="0" destOrd="0" presId="urn:microsoft.com/office/officeart/2005/8/layout/hierarchy1"/>
    <dgm:cxn modelId="{0D4E8EF7-A7C3-4BE0-A474-0AEA493C4160}" type="presOf" srcId="{63384D16-8409-45F0-9CC9-B4C791F3BF7F}" destId="{B24A2D47-D5C8-4A32-A73A-519247B78516}" srcOrd="0" destOrd="0" presId="urn:microsoft.com/office/officeart/2005/8/layout/hierarchy1"/>
    <dgm:cxn modelId="{6D3BB9FE-104D-4DA0-B390-75CBEE96C1E5}" srcId="{8A7E9A38-0069-E54C-9C7F-E9C55CA7C411}" destId="{74871A4B-E999-4C2D-9D69-63D9F6F141FF}" srcOrd="2" destOrd="0" parTransId="{CC5EA097-859B-418C-AB43-A737EBD06214}" sibTransId="{9590DF59-2157-440D-A576-1EA06B9025B0}"/>
    <dgm:cxn modelId="{E1395C88-FFEE-482C-9BB1-FFB27E650BB4}" type="presParOf" srcId="{E5400895-F99F-7F41-8583-4BD162EA06C2}" destId="{C8E5C753-0B0D-8E4A-87C9-0512E2387AAE}" srcOrd="0" destOrd="0" presId="urn:microsoft.com/office/officeart/2005/8/layout/hierarchy1"/>
    <dgm:cxn modelId="{A1EFFA17-898F-4460-9B95-CC0BFA6EB3A8}" type="presParOf" srcId="{C8E5C753-0B0D-8E4A-87C9-0512E2387AAE}" destId="{5820EE7F-AEA0-3E48-B9D6-424BD60081AD}" srcOrd="0" destOrd="0" presId="urn:microsoft.com/office/officeart/2005/8/layout/hierarchy1"/>
    <dgm:cxn modelId="{54A887F2-8F16-4C84-9EE3-438F976BD5A8}" type="presParOf" srcId="{5820EE7F-AEA0-3E48-B9D6-424BD60081AD}" destId="{93EB40CF-C469-C042-9AAC-9E65599A2A8E}" srcOrd="0" destOrd="0" presId="urn:microsoft.com/office/officeart/2005/8/layout/hierarchy1"/>
    <dgm:cxn modelId="{1C2DC435-7743-482B-9539-00CC037A376A}" type="presParOf" srcId="{5820EE7F-AEA0-3E48-B9D6-424BD60081AD}" destId="{265B3781-273D-0148-87CB-FBE8B43D31EF}" srcOrd="1" destOrd="0" presId="urn:microsoft.com/office/officeart/2005/8/layout/hierarchy1"/>
    <dgm:cxn modelId="{1593215C-77E8-4808-90DA-7BB600F4C8EC}" type="presParOf" srcId="{C8E5C753-0B0D-8E4A-87C9-0512E2387AAE}" destId="{5C49ECAC-5568-E44A-857C-15EC9EF0E8A5}" srcOrd="1" destOrd="0" presId="urn:microsoft.com/office/officeart/2005/8/layout/hierarchy1"/>
    <dgm:cxn modelId="{936BE515-9FB9-46F0-ABA4-B62133D268CE}" type="presParOf" srcId="{5C49ECAC-5568-E44A-857C-15EC9EF0E8A5}" destId="{564C0382-73AB-AD40-BC20-ACDA75959C27}" srcOrd="0" destOrd="0" presId="urn:microsoft.com/office/officeart/2005/8/layout/hierarchy1"/>
    <dgm:cxn modelId="{830E3650-AE2A-4506-B48A-AF7225CB468C}" type="presParOf" srcId="{5C49ECAC-5568-E44A-857C-15EC9EF0E8A5}" destId="{10F1810C-02FC-0744-9E7D-3799BAC81C6A}" srcOrd="1" destOrd="0" presId="urn:microsoft.com/office/officeart/2005/8/layout/hierarchy1"/>
    <dgm:cxn modelId="{BDEED8A2-989B-4E7A-B218-AB9EB6F22F41}" type="presParOf" srcId="{10F1810C-02FC-0744-9E7D-3799BAC81C6A}" destId="{D5498994-C2A0-3C4E-A4A7-D16EB2379558}" srcOrd="0" destOrd="0" presId="urn:microsoft.com/office/officeart/2005/8/layout/hierarchy1"/>
    <dgm:cxn modelId="{5165E023-E379-425D-A1AB-3928A5F0CF21}" type="presParOf" srcId="{D5498994-C2A0-3C4E-A4A7-D16EB2379558}" destId="{98C76165-9034-1643-9104-9B92F7A95E7E}" srcOrd="0" destOrd="0" presId="urn:microsoft.com/office/officeart/2005/8/layout/hierarchy1"/>
    <dgm:cxn modelId="{6BF232EF-7C6B-45D5-9E25-D6EA54C952C1}" type="presParOf" srcId="{D5498994-C2A0-3C4E-A4A7-D16EB2379558}" destId="{F1BC48F8-BC78-354B-8D25-7D5CBB308992}" srcOrd="1" destOrd="0" presId="urn:microsoft.com/office/officeart/2005/8/layout/hierarchy1"/>
    <dgm:cxn modelId="{D88B3671-EA72-420E-B6E0-BCD80C3B08E6}" type="presParOf" srcId="{10F1810C-02FC-0744-9E7D-3799BAC81C6A}" destId="{0EDC9799-1D2B-AD42-A6DC-713273D15719}" srcOrd="1" destOrd="0" presId="urn:microsoft.com/office/officeart/2005/8/layout/hierarchy1"/>
    <dgm:cxn modelId="{60D1AFBF-9260-4018-A67F-7B55B6DE9A0B}" type="presParOf" srcId="{0EDC9799-1D2B-AD42-A6DC-713273D15719}" destId="{C31C142D-CC01-1143-97E8-88E8F2B4524A}" srcOrd="0" destOrd="0" presId="urn:microsoft.com/office/officeart/2005/8/layout/hierarchy1"/>
    <dgm:cxn modelId="{9EE27C06-906D-4C5A-AEA4-5E7841A2DEC8}" type="presParOf" srcId="{0EDC9799-1D2B-AD42-A6DC-713273D15719}" destId="{26E33841-EF6B-1448-81F7-61C34CE82128}" srcOrd="1" destOrd="0" presId="urn:microsoft.com/office/officeart/2005/8/layout/hierarchy1"/>
    <dgm:cxn modelId="{C1D03A8B-FC50-4DEB-B6EC-9AB195C74797}" type="presParOf" srcId="{26E33841-EF6B-1448-81F7-61C34CE82128}" destId="{783C22AC-5289-D94B-9E76-2851D2F1783E}" srcOrd="0" destOrd="0" presId="urn:microsoft.com/office/officeart/2005/8/layout/hierarchy1"/>
    <dgm:cxn modelId="{0B9492AC-21E5-4ED0-92CF-81270ACFF1A8}" type="presParOf" srcId="{783C22AC-5289-D94B-9E76-2851D2F1783E}" destId="{44BEB450-4BCD-F54F-A322-73AA595A8A41}" srcOrd="0" destOrd="0" presId="urn:microsoft.com/office/officeart/2005/8/layout/hierarchy1"/>
    <dgm:cxn modelId="{464415A8-15BC-4E20-88B2-598B9FEC1403}" type="presParOf" srcId="{783C22AC-5289-D94B-9E76-2851D2F1783E}" destId="{082858DA-3FBC-224B-94F4-A3E62BFB3CA0}" srcOrd="1" destOrd="0" presId="urn:microsoft.com/office/officeart/2005/8/layout/hierarchy1"/>
    <dgm:cxn modelId="{84E87566-D275-48AC-8AF2-64A2AF315AFC}" type="presParOf" srcId="{26E33841-EF6B-1448-81F7-61C34CE82128}" destId="{7629E604-018F-5242-B3CC-BC899D593649}" srcOrd="1" destOrd="0" presId="urn:microsoft.com/office/officeart/2005/8/layout/hierarchy1"/>
    <dgm:cxn modelId="{12A01B69-081E-4CB6-8B1E-9E33BE588EEE}" type="presParOf" srcId="{0EDC9799-1D2B-AD42-A6DC-713273D15719}" destId="{7D68BC0A-EDF7-E349-B498-3CBB7AA07288}" srcOrd="2" destOrd="0" presId="urn:microsoft.com/office/officeart/2005/8/layout/hierarchy1"/>
    <dgm:cxn modelId="{CD482F98-20C0-4161-9E39-345A86ED1CB3}" type="presParOf" srcId="{0EDC9799-1D2B-AD42-A6DC-713273D15719}" destId="{6BD3E0B7-5C33-314F-9AE1-8FB84560DB2A}" srcOrd="3" destOrd="0" presId="urn:microsoft.com/office/officeart/2005/8/layout/hierarchy1"/>
    <dgm:cxn modelId="{57726A4D-96BE-4D76-8E2A-088F9D04A493}" type="presParOf" srcId="{6BD3E0B7-5C33-314F-9AE1-8FB84560DB2A}" destId="{575676E5-BDCB-D34D-9698-BB8D578C3BE3}" srcOrd="0" destOrd="0" presId="urn:microsoft.com/office/officeart/2005/8/layout/hierarchy1"/>
    <dgm:cxn modelId="{9439B9B4-EA79-4FD1-BBBC-6EC435D0B56A}" type="presParOf" srcId="{575676E5-BDCB-D34D-9698-BB8D578C3BE3}" destId="{FEEC3C17-77DE-4445-9F57-EC26BC3F2F4C}" srcOrd="0" destOrd="0" presId="urn:microsoft.com/office/officeart/2005/8/layout/hierarchy1"/>
    <dgm:cxn modelId="{75172844-25D8-4434-AA07-457A119A3832}" type="presParOf" srcId="{575676E5-BDCB-D34D-9698-BB8D578C3BE3}" destId="{8EEDF970-CC88-124A-A9E9-A1462E464C5C}" srcOrd="1" destOrd="0" presId="urn:microsoft.com/office/officeart/2005/8/layout/hierarchy1"/>
    <dgm:cxn modelId="{2031D9DC-C779-44FC-B1C9-A95CCBA0EF43}" type="presParOf" srcId="{6BD3E0B7-5C33-314F-9AE1-8FB84560DB2A}" destId="{5E414DC5-BB3A-894D-9574-4858C7DCC085}" srcOrd="1" destOrd="0" presId="urn:microsoft.com/office/officeart/2005/8/layout/hierarchy1"/>
    <dgm:cxn modelId="{F8A0949D-51BA-43DC-9597-8D9478482747}" type="presParOf" srcId="{0EDC9799-1D2B-AD42-A6DC-713273D15719}" destId="{B6A35C01-F482-46A3-8189-BE91A0E78AE8}" srcOrd="4" destOrd="0" presId="urn:microsoft.com/office/officeart/2005/8/layout/hierarchy1"/>
    <dgm:cxn modelId="{6D43BCE3-E5DC-4130-B4C3-4BD333D2E325}" type="presParOf" srcId="{0EDC9799-1D2B-AD42-A6DC-713273D15719}" destId="{A0539DBB-14BA-40DE-B0A4-E78D042B4CDA}" srcOrd="5" destOrd="0" presId="urn:microsoft.com/office/officeart/2005/8/layout/hierarchy1"/>
    <dgm:cxn modelId="{4D2594BD-46C6-4850-AF36-33C328CDE241}" type="presParOf" srcId="{A0539DBB-14BA-40DE-B0A4-E78D042B4CDA}" destId="{246626A7-1B91-499C-9E97-66B79B2BC3A0}" srcOrd="0" destOrd="0" presId="urn:microsoft.com/office/officeart/2005/8/layout/hierarchy1"/>
    <dgm:cxn modelId="{2BF62DC9-2482-453B-92A1-06BA11E089B2}" type="presParOf" srcId="{246626A7-1B91-499C-9E97-66B79B2BC3A0}" destId="{4F880DFC-E590-4030-907E-773F749DE06A}" srcOrd="0" destOrd="0" presId="urn:microsoft.com/office/officeart/2005/8/layout/hierarchy1"/>
    <dgm:cxn modelId="{C2A04103-6DE1-4B61-B07B-BBE9E684510F}" type="presParOf" srcId="{246626A7-1B91-499C-9E97-66B79B2BC3A0}" destId="{BFBB06CB-AD8E-4554-90F8-A7C3DA3671B8}" srcOrd="1" destOrd="0" presId="urn:microsoft.com/office/officeart/2005/8/layout/hierarchy1"/>
    <dgm:cxn modelId="{F84FC2EB-460E-4F94-BA02-FCCB8CBED165}" type="presParOf" srcId="{A0539DBB-14BA-40DE-B0A4-E78D042B4CDA}" destId="{CD73D5AD-11A9-424F-9A9D-28B0CB51258F}" srcOrd="1" destOrd="0" presId="urn:microsoft.com/office/officeart/2005/8/layout/hierarchy1"/>
    <dgm:cxn modelId="{230262B5-2011-4384-A43C-F799E04346B2}" type="presParOf" srcId="{5C49ECAC-5568-E44A-857C-15EC9EF0E8A5}" destId="{491FA6F0-76DA-404C-98FF-73B28AB05757}" srcOrd="2" destOrd="0" presId="urn:microsoft.com/office/officeart/2005/8/layout/hierarchy1"/>
    <dgm:cxn modelId="{A491C73E-8C25-4456-8565-E30B61CFC530}" type="presParOf" srcId="{5C49ECAC-5568-E44A-857C-15EC9EF0E8A5}" destId="{4AD63C94-FDA1-45B7-95BC-55F0CD9706B7}" srcOrd="3" destOrd="0" presId="urn:microsoft.com/office/officeart/2005/8/layout/hierarchy1"/>
    <dgm:cxn modelId="{F1887048-DF70-42F2-A6A3-04FDB904527C}" type="presParOf" srcId="{4AD63C94-FDA1-45B7-95BC-55F0CD9706B7}" destId="{34677630-FC7D-4EEE-BCE2-522148EDF8B4}" srcOrd="0" destOrd="0" presId="urn:microsoft.com/office/officeart/2005/8/layout/hierarchy1"/>
    <dgm:cxn modelId="{129DBDF2-0707-4392-9E07-AFADBB696131}" type="presParOf" srcId="{34677630-FC7D-4EEE-BCE2-522148EDF8B4}" destId="{20B4DAD8-F2F0-4D8E-8784-2FA3C6EF7F71}" srcOrd="0" destOrd="0" presId="urn:microsoft.com/office/officeart/2005/8/layout/hierarchy1"/>
    <dgm:cxn modelId="{FBACEA81-078D-4E3C-979B-BE3D7D495E18}" type="presParOf" srcId="{34677630-FC7D-4EEE-BCE2-522148EDF8B4}" destId="{232328D2-4DBF-4EFF-AF19-D029FBB81272}" srcOrd="1" destOrd="0" presId="urn:microsoft.com/office/officeart/2005/8/layout/hierarchy1"/>
    <dgm:cxn modelId="{222FAF26-EF89-4276-B726-95ABF9C650E5}" type="presParOf" srcId="{4AD63C94-FDA1-45B7-95BC-55F0CD9706B7}" destId="{7BAEB0FD-FFB2-425E-984C-31EFA56B6212}" srcOrd="1" destOrd="0" presId="urn:microsoft.com/office/officeart/2005/8/layout/hierarchy1"/>
    <dgm:cxn modelId="{EB43027D-E33F-41C3-A159-1404BA1114E2}" type="presParOf" srcId="{7BAEB0FD-FFB2-425E-984C-31EFA56B6212}" destId="{F30618D8-D0CE-4F65-878C-A693C12AFC64}" srcOrd="0" destOrd="0" presId="urn:microsoft.com/office/officeart/2005/8/layout/hierarchy1"/>
    <dgm:cxn modelId="{A1AE8DB1-74F1-4193-9980-2031BFFF7A4A}" type="presParOf" srcId="{7BAEB0FD-FFB2-425E-984C-31EFA56B6212}" destId="{7006CCD3-47BC-49E9-A23F-6DEC05209F8F}" srcOrd="1" destOrd="0" presId="urn:microsoft.com/office/officeart/2005/8/layout/hierarchy1"/>
    <dgm:cxn modelId="{BA3DB893-02B6-4A52-95D9-18AB2B2DF428}" type="presParOf" srcId="{7006CCD3-47BC-49E9-A23F-6DEC05209F8F}" destId="{C991A8D1-A7E8-4D8D-A458-688F26FA4D74}" srcOrd="0" destOrd="0" presId="urn:microsoft.com/office/officeart/2005/8/layout/hierarchy1"/>
    <dgm:cxn modelId="{03A4D42D-08B4-4D67-9B94-9AB4192CF360}" type="presParOf" srcId="{C991A8D1-A7E8-4D8D-A458-688F26FA4D74}" destId="{FB35535B-AD8C-4145-8139-371F355B396A}" srcOrd="0" destOrd="0" presId="urn:microsoft.com/office/officeart/2005/8/layout/hierarchy1"/>
    <dgm:cxn modelId="{89269CB4-B9C1-4905-A18D-E286C1C4E967}" type="presParOf" srcId="{C991A8D1-A7E8-4D8D-A458-688F26FA4D74}" destId="{CD72D87F-7664-47FE-9381-AFFFD9B57A5F}" srcOrd="1" destOrd="0" presId="urn:microsoft.com/office/officeart/2005/8/layout/hierarchy1"/>
    <dgm:cxn modelId="{124B743E-08AB-4FA3-9CCC-C09D80407183}" type="presParOf" srcId="{7006CCD3-47BC-49E9-A23F-6DEC05209F8F}" destId="{524E9676-B2F5-456A-ADAE-A1FCD2C80F2E}" srcOrd="1" destOrd="0" presId="urn:microsoft.com/office/officeart/2005/8/layout/hierarchy1"/>
    <dgm:cxn modelId="{7668AFC4-CEC7-4DC7-B052-099B915F7038}" type="presParOf" srcId="{7BAEB0FD-FFB2-425E-984C-31EFA56B6212}" destId="{EC5699C6-A74D-4847-B365-7C191EC17A42}" srcOrd="2" destOrd="0" presId="urn:microsoft.com/office/officeart/2005/8/layout/hierarchy1"/>
    <dgm:cxn modelId="{345669FF-55B1-4DEC-AEAA-925DEE89CB44}" type="presParOf" srcId="{7BAEB0FD-FFB2-425E-984C-31EFA56B6212}" destId="{4D398350-F0CF-4108-A791-708EBE28ED01}" srcOrd="3" destOrd="0" presId="urn:microsoft.com/office/officeart/2005/8/layout/hierarchy1"/>
    <dgm:cxn modelId="{48A50037-245A-4DCE-A9BE-5C00CB56FC34}" type="presParOf" srcId="{4D398350-F0CF-4108-A791-708EBE28ED01}" destId="{25CC914A-F6C7-4B96-BF90-3238D7212D42}" srcOrd="0" destOrd="0" presId="urn:microsoft.com/office/officeart/2005/8/layout/hierarchy1"/>
    <dgm:cxn modelId="{1FE6A33A-A5B7-430B-A336-F1309B1D01D5}" type="presParOf" srcId="{25CC914A-F6C7-4B96-BF90-3238D7212D42}" destId="{B1A35DE2-B6DA-42C5-A8B4-40EBF72DD45C}" srcOrd="0" destOrd="0" presId="urn:microsoft.com/office/officeart/2005/8/layout/hierarchy1"/>
    <dgm:cxn modelId="{3763FF3F-0BAA-48A3-9147-F1AE7615C56E}" type="presParOf" srcId="{25CC914A-F6C7-4B96-BF90-3238D7212D42}" destId="{26F1EDDD-69FD-4BC8-BD1F-FDFC6CFF0152}" srcOrd="1" destOrd="0" presId="urn:microsoft.com/office/officeart/2005/8/layout/hierarchy1"/>
    <dgm:cxn modelId="{75A11CBA-324C-42CA-8604-5EDBC6D9C983}" type="presParOf" srcId="{4D398350-F0CF-4108-A791-708EBE28ED01}" destId="{7F1DDAC2-FFF1-48AF-9639-43D0B2F6E4C5}" srcOrd="1" destOrd="0" presId="urn:microsoft.com/office/officeart/2005/8/layout/hierarchy1"/>
    <dgm:cxn modelId="{07D4BE1F-9A0B-455F-9368-FF6B175BB8F3}" type="presParOf" srcId="{7BAEB0FD-FFB2-425E-984C-31EFA56B6212}" destId="{D8BCCBFC-6932-417A-987C-46DEAFCAAF4F}" srcOrd="4" destOrd="0" presId="urn:microsoft.com/office/officeart/2005/8/layout/hierarchy1"/>
    <dgm:cxn modelId="{F84983E8-1135-4FBD-B0C6-1ACC1B58A5AF}" type="presParOf" srcId="{7BAEB0FD-FFB2-425E-984C-31EFA56B6212}" destId="{40AEF792-720F-4A46-AF34-1CF03A56EED4}" srcOrd="5" destOrd="0" presId="urn:microsoft.com/office/officeart/2005/8/layout/hierarchy1"/>
    <dgm:cxn modelId="{EF771D42-E613-4B90-8043-7FB2D35DDBF8}" type="presParOf" srcId="{40AEF792-720F-4A46-AF34-1CF03A56EED4}" destId="{3A66166D-E737-4AB7-9E8B-0865D4D39D88}" srcOrd="0" destOrd="0" presId="urn:microsoft.com/office/officeart/2005/8/layout/hierarchy1"/>
    <dgm:cxn modelId="{A41E197F-3A33-4D34-97E5-DB8897F4DF91}" type="presParOf" srcId="{3A66166D-E737-4AB7-9E8B-0865D4D39D88}" destId="{1DFB9946-B81E-42C6-B05A-3C0A6B3260BC}" srcOrd="0" destOrd="0" presId="urn:microsoft.com/office/officeart/2005/8/layout/hierarchy1"/>
    <dgm:cxn modelId="{9A933E33-5693-4D5D-8CCB-DAFDAC61A416}" type="presParOf" srcId="{3A66166D-E737-4AB7-9E8B-0865D4D39D88}" destId="{FF81D262-AB2F-4E1D-9B4C-78FCD3C5B151}" srcOrd="1" destOrd="0" presId="urn:microsoft.com/office/officeart/2005/8/layout/hierarchy1"/>
    <dgm:cxn modelId="{DE33F985-5509-4EDD-8405-304EA4968977}" type="presParOf" srcId="{40AEF792-720F-4A46-AF34-1CF03A56EED4}" destId="{79E2B6E6-6C22-4931-95DB-3561E017E599}" srcOrd="1" destOrd="0" presId="urn:microsoft.com/office/officeart/2005/8/layout/hierarchy1"/>
    <dgm:cxn modelId="{0E07333B-A6A6-4782-BEF4-2A0C2B251FE7}" type="presParOf" srcId="{5C49ECAC-5568-E44A-857C-15EC9EF0E8A5}" destId="{BAE9D8D9-F63B-0243-A497-F16166EB0CBB}" srcOrd="4" destOrd="0" presId="urn:microsoft.com/office/officeart/2005/8/layout/hierarchy1"/>
    <dgm:cxn modelId="{1402BF5C-DBC9-48C1-BDE1-BF1711F26D3B}" type="presParOf" srcId="{5C49ECAC-5568-E44A-857C-15EC9EF0E8A5}" destId="{7D3F5C1B-61DC-AD42-8AE5-BEEE45F0D2A2}" srcOrd="5" destOrd="0" presId="urn:microsoft.com/office/officeart/2005/8/layout/hierarchy1"/>
    <dgm:cxn modelId="{23A8BF50-447F-4F9F-9974-A705B2CEEF6F}" type="presParOf" srcId="{7D3F5C1B-61DC-AD42-8AE5-BEEE45F0D2A2}" destId="{AC665988-D2DC-E14F-B467-28ADF91F8F15}" srcOrd="0" destOrd="0" presId="urn:microsoft.com/office/officeart/2005/8/layout/hierarchy1"/>
    <dgm:cxn modelId="{D5A44F76-3654-4420-908A-0FBF7FBC9BAF}" type="presParOf" srcId="{AC665988-D2DC-E14F-B467-28ADF91F8F15}" destId="{B1AEAF6C-B8B1-1748-805C-DEA9F80466AD}" srcOrd="0" destOrd="0" presId="urn:microsoft.com/office/officeart/2005/8/layout/hierarchy1"/>
    <dgm:cxn modelId="{D5CE89B1-7131-4496-BE3D-005A5F23F827}" type="presParOf" srcId="{AC665988-D2DC-E14F-B467-28ADF91F8F15}" destId="{C9D855B1-F204-3449-A0AB-C83C199BFD6B}" srcOrd="1" destOrd="0" presId="urn:microsoft.com/office/officeart/2005/8/layout/hierarchy1"/>
    <dgm:cxn modelId="{6BF7EC77-C51C-465D-A268-3A7DCAB498D5}" type="presParOf" srcId="{7D3F5C1B-61DC-AD42-8AE5-BEEE45F0D2A2}" destId="{158DD9B6-60BC-2441-9B3A-ABE4E09BA18B}" srcOrd="1" destOrd="0" presId="urn:microsoft.com/office/officeart/2005/8/layout/hierarchy1"/>
    <dgm:cxn modelId="{60DB64C5-43A6-4F9A-825F-23707AB1FDB1}" type="presParOf" srcId="{158DD9B6-60BC-2441-9B3A-ABE4E09BA18B}" destId="{F0D9F71A-1766-493B-B404-C5BB6B40AFEA}" srcOrd="0" destOrd="0" presId="urn:microsoft.com/office/officeart/2005/8/layout/hierarchy1"/>
    <dgm:cxn modelId="{0A87E730-920E-4E35-9B8C-665D1EF1CB7A}" type="presParOf" srcId="{158DD9B6-60BC-2441-9B3A-ABE4E09BA18B}" destId="{F789B43D-AF75-42B6-81D0-6BC7B5B674F5}" srcOrd="1" destOrd="0" presId="urn:microsoft.com/office/officeart/2005/8/layout/hierarchy1"/>
    <dgm:cxn modelId="{4E4262F8-C8A9-441B-BB15-41203FBCDD1A}" type="presParOf" srcId="{F789B43D-AF75-42B6-81D0-6BC7B5B674F5}" destId="{BCA5ECCF-3E57-4910-8BBC-53F033067E4B}" srcOrd="0" destOrd="0" presId="urn:microsoft.com/office/officeart/2005/8/layout/hierarchy1"/>
    <dgm:cxn modelId="{1344FE3D-BC16-4B20-85A4-A17D7A028D21}" type="presParOf" srcId="{BCA5ECCF-3E57-4910-8BBC-53F033067E4B}" destId="{0172FC40-0D31-4EF4-AEF8-4F665653AE8E}" srcOrd="0" destOrd="0" presId="urn:microsoft.com/office/officeart/2005/8/layout/hierarchy1"/>
    <dgm:cxn modelId="{3358EDDD-0CA6-4F45-A58B-DB212A87A2B8}" type="presParOf" srcId="{BCA5ECCF-3E57-4910-8BBC-53F033067E4B}" destId="{1F71640A-F8D8-4407-90B4-CE46D67163B5}" srcOrd="1" destOrd="0" presId="urn:microsoft.com/office/officeart/2005/8/layout/hierarchy1"/>
    <dgm:cxn modelId="{27EEA219-D958-4F2C-8D5C-E1C10111B8A1}" type="presParOf" srcId="{F789B43D-AF75-42B6-81D0-6BC7B5B674F5}" destId="{95F176A1-5D0D-4CEF-B991-7CFE7D833607}" srcOrd="1" destOrd="0" presId="urn:microsoft.com/office/officeart/2005/8/layout/hierarchy1"/>
    <dgm:cxn modelId="{8A99A4A0-53C0-4C33-B665-5B112590ABA7}" type="presParOf" srcId="{95F176A1-5D0D-4CEF-B991-7CFE7D833607}" destId="{5B55814A-53FC-4D24-ADE7-6C5CED2BD8FC}" srcOrd="0" destOrd="0" presId="urn:microsoft.com/office/officeart/2005/8/layout/hierarchy1"/>
    <dgm:cxn modelId="{135354BB-2F56-48B6-91B9-FA72679A955B}" type="presParOf" srcId="{95F176A1-5D0D-4CEF-B991-7CFE7D833607}" destId="{9512DA6C-2ACF-49D2-863C-8C8ADFCD0F04}" srcOrd="1" destOrd="0" presId="urn:microsoft.com/office/officeart/2005/8/layout/hierarchy1"/>
    <dgm:cxn modelId="{C0A51AF6-57A4-4C17-88C2-83719F53566D}" type="presParOf" srcId="{9512DA6C-2ACF-49D2-863C-8C8ADFCD0F04}" destId="{215CB6AF-6300-4381-9733-65E1284579EA}" srcOrd="0" destOrd="0" presId="urn:microsoft.com/office/officeart/2005/8/layout/hierarchy1"/>
    <dgm:cxn modelId="{266D2D0E-4467-42BE-B3F8-479C0972220D}" type="presParOf" srcId="{215CB6AF-6300-4381-9733-65E1284579EA}" destId="{1E40BD05-75AB-4D8E-B015-F769811AA499}" srcOrd="0" destOrd="0" presId="urn:microsoft.com/office/officeart/2005/8/layout/hierarchy1"/>
    <dgm:cxn modelId="{00357F20-1D94-43EB-A6E7-2E29C8E1C797}" type="presParOf" srcId="{215CB6AF-6300-4381-9733-65E1284579EA}" destId="{C01574C1-AF21-4B64-AF18-A5A0F1DA3D15}" srcOrd="1" destOrd="0" presId="urn:microsoft.com/office/officeart/2005/8/layout/hierarchy1"/>
    <dgm:cxn modelId="{2E35AFBE-0621-4435-83FE-A1650A551F9A}" type="presParOf" srcId="{9512DA6C-2ACF-49D2-863C-8C8ADFCD0F04}" destId="{04D4200D-C428-4A25-842F-5EEDF28D7DF0}" srcOrd="1" destOrd="0" presId="urn:microsoft.com/office/officeart/2005/8/layout/hierarchy1"/>
    <dgm:cxn modelId="{B74601FE-5C8D-489F-893D-4EEEAF0DBDFC}" type="presParOf" srcId="{95F176A1-5D0D-4CEF-B991-7CFE7D833607}" destId="{B24A2D47-D5C8-4A32-A73A-519247B78516}" srcOrd="2" destOrd="0" presId="urn:microsoft.com/office/officeart/2005/8/layout/hierarchy1"/>
    <dgm:cxn modelId="{790C2873-B8EF-48C6-B9D6-AFCE905E0B84}" type="presParOf" srcId="{95F176A1-5D0D-4CEF-B991-7CFE7D833607}" destId="{6C3301C2-B272-46FF-9495-13F9D52FC3EC}" srcOrd="3" destOrd="0" presId="urn:microsoft.com/office/officeart/2005/8/layout/hierarchy1"/>
    <dgm:cxn modelId="{CC457D93-EC5C-4617-BA33-41FE533C1B66}" type="presParOf" srcId="{6C3301C2-B272-46FF-9495-13F9D52FC3EC}" destId="{0E51B29D-A58A-47B0-9580-87F29B7DE0ED}" srcOrd="0" destOrd="0" presId="urn:microsoft.com/office/officeart/2005/8/layout/hierarchy1"/>
    <dgm:cxn modelId="{0F18BE38-E159-40A5-B5DA-5E13FAD46AC4}" type="presParOf" srcId="{0E51B29D-A58A-47B0-9580-87F29B7DE0ED}" destId="{80C8CE55-BD3D-42A3-B4B6-7E973CC250EE}" srcOrd="0" destOrd="0" presId="urn:microsoft.com/office/officeart/2005/8/layout/hierarchy1"/>
    <dgm:cxn modelId="{D199DA7A-6792-4CE6-BF34-FEB5B96D39DC}" type="presParOf" srcId="{0E51B29D-A58A-47B0-9580-87F29B7DE0ED}" destId="{9E264A38-2B96-49EC-B17E-DD361790F91F}" srcOrd="1" destOrd="0" presId="urn:microsoft.com/office/officeart/2005/8/layout/hierarchy1"/>
    <dgm:cxn modelId="{727015AC-A44D-47E9-97E4-F27EAB776767}" type="presParOf" srcId="{6C3301C2-B272-46FF-9495-13F9D52FC3EC}" destId="{57EEF32C-CEA6-42FC-9D0E-6627C7C6A11E}" srcOrd="1" destOrd="0" presId="urn:microsoft.com/office/officeart/2005/8/layout/hierarchy1"/>
    <dgm:cxn modelId="{8F4AC5F0-060E-4F48-99EE-1728DAF0B429}" type="presParOf" srcId="{95F176A1-5D0D-4CEF-B991-7CFE7D833607}" destId="{10CA3AFC-6867-4619-A9A1-A42AF8D5B3DC}" srcOrd="4" destOrd="0" presId="urn:microsoft.com/office/officeart/2005/8/layout/hierarchy1"/>
    <dgm:cxn modelId="{9FBEE9E1-B654-41B9-AE57-A00B0700746A}" type="presParOf" srcId="{95F176A1-5D0D-4CEF-B991-7CFE7D833607}" destId="{2075F8D4-17A4-442B-B1CC-70E371D4BFE7}" srcOrd="5" destOrd="0" presId="urn:microsoft.com/office/officeart/2005/8/layout/hierarchy1"/>
    <dgm:cxn modelId="{7D072BC6-98F0-491D-A77D-EF6740C8F9CC}" type="presParOf" srcId="{2075F8D4-17A4-442B-B1CC-70E371D4BFE7}" destId="{2DABD57A-C4C9-457B-8C3B-2F9BF496D969}" srcOrd="0" destOrd="0" presId="urn:microsoft.com/office/officeart/2005/8/layout/hierarchy1"/>
    <dgm:cxn modelId="{2B34B6FD-6BD6-416F-A3F7-77C4C8820F66}" type="presParOf" srcId="{2DABD57A-C4C9-457B-8C3B-2F9BF496D969}" destId="{C9DB073F-512C-47B4-85F9-CA01F7D22F07}" srcOrd="0" destOrd="0" presId="urn:microsoft.com/office/officeart/2005/8/layout/hierarchy1"/>
    <dgm:cxn modelId="{B015FE16-6625-40A3-BD14-1A319D5957F7}" type="presParOf" srcId="{2DABD57A-C4C9-457B-8C3B-2F9BF496D969}" destId="{32A189E5-E2DE-47F7-A45A-5A504FA91D30}" srcOrd="1" destOrd="0" presId="urn:microsoft.com/office/officeart/2005/8/layout/hierarchy1"/>
    <dgm:cxn modelId="{7B543663-F9FB-4157-B41E-71F3B6BBEB2D}" type="presParOf" srcId="{2075F8D4-17A4-442B-B1CC-70E371D4BFE7}" destId="{59E38C81-0525-4A9C-A8F8-F23F65325A0E}" srcOrd="1" destOrd="0" presId="urn:microsoft.com/office/officeart/2005/8/layout/hierarchy1"/>
    <dgm:cxn modelId="{3BAB9A40-FA71-4D43-BBB8-CA5E99448FE2}" type="presParOf" srcId="{158DD9B6-60BC-2441-9B3A-ABE4E09BA18B}" destId="{E0F58E95-1E2E-4C4C-B746-12E10503717A}" srcOrd="2" destOrd="0" presId="urn:microsoft.com/office/officeart/2005/8/layout/hierarchy1"/>
    <dgm:cxn modelId="{A1219E47-6E0A-4787-BE23-207AB579F4C3}" type="presParOf" srcId="{158DD9B6-60BC-2441-9B3A-ABE4E09BA18B}" destId="{EFD7253D-2704-4BD6-B695-8B021E29D016}" srcOrd="3" destOrd="0" presId="urn:microsoft.com/office/officeart/2005/8/layout/hierarchy1"/>
    <dgm:cxn modelId="{F2DF1F0F-F578-46E2-BBF3-33001C025BA0}" type="presParOf" srcId="{EFD7253D-2704-4BD6-B695-8B021E29D016}" destId="{55C8D607-D45F-41F9-8C3E-98FE30391B58}" srcOrd="0" destOrd="0" presId="urn:microsoft.com/office/officeart/2005/8/layout/hierarchy1"/>
    <dgm:cxn modelId="{6EC66EDF-9520-42B3-9A30-B56930391174}" type="presParOf" srcId="{55C8D607-D45F-41F9-8C3E-98FE30391B58}" destId="{405786AF-F1D9-4127-910A-8551E23B7641}" srcOrd="0" destOrd="0" presId="urn:microsoft.com/office/officeart/2005/8/layout/hierarchy1"/>
    <dgm:cxn modelId="{B16C1323-21C8-4E80-A692-DE45AB3F3D83}" type="presParOf" srcId="{55C8D607-D45F-41F9-8C3E-98FE30391B58}" destId="{4CBE210A-D0A2-4E35-85F7-92E2EE2573BA}" srcOrd="1" destOrd="0" presId="urn:microsoft.com/office/officeart/2005/8/layout/hierarchy1"/>
    <dgm:cxn modelId="{0B098DA9-D9D3-4D6B-8902-B97352B2F20E}" type="presParOf" srcId="{EFD7253D-2704-4BD6-B695-8B021E29D016}" destId="{3A09FD30-3D97-476D-9206-6DEF5D5533C1}" srcOrd="1" destOrd="0" presId="urn:microsoft.com/office/officeart/2005/8/layout/hierarchy1"/>
    <dgm:cxn modelId="{1571878A-FF9D-4429-977A-4F9716A98745}" type="presParOf" srcId="{3A09FD30-3D97-476D-9206-6DEF5D5533C1}" destId="{4F40FC7C-C84A-4D51-B3EC-584459ED5885}" srcOrd="0" destOrd="0" presId="urn:microsoft.com/office/officeart/2005/8/layout/hierarchy1"/>
    <dgm:cxn modelId="{424E84E6-FCF8-4899-89AF-5C4D6BB8FE1F}" type="presParOf" srcId="{3A09FD30-3D97-476D-9206-6DEF5D5533C1}" destId="{461793F8-D5F5-48CF-B02B-20D31FCFB44B}" srcOrd="1" destOrd="0" presId="urn:microsoft.com/office/officeart/2005/8/layout/hierarchy1"/>
    <dgm:cxn modelId="{B673B91B-EBBF-4559-B70C-F57D82331199}" type="presParOf" srcId="{461793F8-D5F5-48CF-B02B-20D31FCFB44B}" destId="{3952579F-363A-413E-9FDD-ED9BF0A2CAF8}" srcOrd="0" destOrd="0" presId="urn:microsoft.com/office/officeart/2005/8/layout/hierarchy1"/>
    <dgm:cxn modelId="{F78C3A46-2D4E-411D-AEA1-4C054F358D9F}" type="presParOf" srcId="{3952579F-363A-413E-9FDD-ED9BF0A2CAF8}" destId="{0B44832C-850C-4FD4-8C49-B2F22F59227C}" srcOrd="0" destOrd="0" presId="urn:microsoft.com/office/officeart/2005/8/layout/hierarchy1"/>
    <dgm:cxn modelId="{919522B7-0968-4BFC-8FDC-013ABD7549A1}" type="presParOf" srcId="{3952579F-363A-413E-9FDD-ED9BF0A2CAF8}" destId="{74D19418-052E-47A8-BD10-EC7A2DE641F8}" srcOrd="1" destOrd="0" presId="urn:microsoft.com/office/officeart/2005/8/layout/hierarchy1"/>
    <dgm:cxn modelId="{706AA5D1-324B-4CBB-9ED6-48B87230AE38}" type="presParOf" srcId="{461793F8-D5F5-48CF-B02B-20D31FCFB44B}" destId="{E3F00561-3E72-4F0D-BCBB-96312255FF8F}" srcOrd="1" destOrd="0" presId="urn:microsoft.com/office/officeart/2005/8/layout/hierarchy1"/>
    <dgm:cxn modelId="{C2EE9211-F7FA-4C9F-9DCC-47A1611B35F6}" type="presParOf" srcId="{3A09FD30-3D97-476D-9206-6DEF5D5533C1}" destId="{41676C42-CC2F-4293-B35C-8117B9034949}" srcOrd="2" destOrd="0" presId="urn:microsoft.com/office/officeart/2005/8/layout/hierarchy1"/>
    <dgm:cxn modelId="{4CE0E1DC-6EFE-40F3-8355-774CB6B6ABC0}" type="presParOf" srcId="{3A09FD30-3D97-476D-9206-6DEF5D5533C1}" destId="{39976275-B40B-48D6-8786-6530FE430C26}" srcOrd="3" destOrd="0" presId="urn:microsoft.com/office/officeart/2005/8/layout/hierarchy1"/>
    <dgm:cxn modelId="{D063402C-6882-4967-B5E6-CC0A03399C6B}" type="presParOf" srcId="{39976275-B40B-48D6-8786-6530FE430C26}" destId="{22D25020-0F78-4AA7-86EE-DEC5153C2E3E}" srcOrd="0" destOrd="0" presId="urn:microsoft.com/office/officeart/2005/8/layout/hierarchy1"/>
    <dgm:cxn modelId="{591D7E9E-38B7-42EB-A201-0260B1A5CDFD}" type="presParOf" srcId="{22D25020-0F78-4AA7-86EE-DEC5153C2E3E}" destId="{96E70335-E44C-49A2-8217-88D6C6687774}" srcOrd="0" destOrd="0" presId="urn:microsoft.com/office/officeart/2005/8/layout/hierarchy1"/>
    <dgm:cxn modelId="{704ED14A-E3D7-4AC3-8F3A-FDD6448EEB4B}" type="presParOf" srcId="{22D25020-0F78-4AA7-86EE-DEC5153C2E3E}" destId="{7AF1B554-7421-4A05-B77F-C1B10DAF10CE}" srcOrd="1" destOrd="0" presId="urn:microsoft.com/office/officeart/2005/8/layout/hierarchy1"/>
    <dgm:cxn modelId="{93E4FAEA-25D2-4760-9681-D0BC9F9EFED4}" type="presParOf" srcId="{39976275-B40B-48D6-8786-6530FE430C26}" destId="{B9E5F20C-939E-4F61-BC7C-F01511CAFD60}" srcOrd="1" destOrd="0" presId="urn:microsoft.com/office/officeart/2005/8/layout/hierarchy1"/>
    <dgm:cxn modelId="{C79A0D1D-4EC3-4140-A656-2559FCC4B66C}" type="presParOf" srcId="{3A09FD30-3D97-476D-9206-6DEF5D5533C1}" destId="{A9B4EA5D-AC02-483A-AEFE-052E3C619C07}" srcOrd="4" destOrd="0" presId="urn:microsoft.com/office/officeart/2005/8/layout/hierarchy1"/>
    <dgm:cxn modelId="{5AEEEE9F-2D9C-4994-B5AD-D0949E78F824}" type="presParOf" srcId="{3A09FD30-3D97-476D-9206-6DEF5D5533C1}" destId="{4D0F5139-1093-4C91-85D1-0B1E890C6B7C}" srcOrd="5" destOrd="0" presId="urn:microsoft.com/office/officeart/2005/8/layout/hierarchy1"/>
    <dgm:cxn modelId="{91B7EFCE-19D0-4CC6-BF56-C77DB7C46843}" type="presParOf" srcId="{4D0F5139-1093-4C91-85D1-0B1E890C6B7C}" destId="{B2460370-7104-4257-9327-54316BA71217}" srcOrd="0" destOrd="0" presId="urn:microsoft.com/office/officeart/2005/8/layout/hierarchy1"/>
    <dgm:cxn modelId="{8FA479F5-DEB9-48FF-B511-CE63B6C4B7FF}" type="presParOf" srcId="{B2460370-7104-4257-9327-54316BA71217}" destId="{8834A391-2673-4792-8563-14DD437E5C33}" srcOrd="0" destOrd="0" presId="urn:microsoft.com/office/officeart/2005/8/layout/hierarchy1"/>
    <dgm:cxn modelId="{E8ED1067-4A5F-4788-A5B2-9FCE1E3E4ABA}" type="presParOf" srcId="{B2460370-7104-4257-9327-54316BA71217}" destId="{82CA75D3-0B5A-497C-9BC0-EFCA61BC1835}" srcOrd="1" destOrd="0" presId="urn:microsoft.com/office/officeart/2005/8/layout/hierarchy1"/>
    <dgm:cxn modelId="{880345D5-28B0-442F-B954-3C03BF68D43D}" type="presParOf" srcId="{4D0F5139-1093-4C91-85D1-0B1E890C6B7C}" destId="{895A91ED-9490-4B03-87C5-A6FA5DD41359}" srcOrd="1" destOrd="0" presId="urn:microsoft.com/office/officeart/2005/8/layout/hierarchy1"/>
    <dgm:cxn modelId="{412F19EC-7728-44AB-AB2B-856F9207CDED}" type="presParOf" srcId="{3A09FD30-3D97-476D-9206-6DEF5D5533C1}" destId="{15325034-59C8-4617-BE5D-9D43D8AE4930}" srcOrd="6" destOrd="0" presId="urn:microsoft.com/office/officeart/2005/8/layout/hierarchy1"/>
    <dgm:cxn modelId="{020FEFAD-03DF-424C-89E6-39AB50305D26}" type="presParOf" srcId="{3A09FD30-3D97-476D-9206-6DEF5D5533C1}" destId="{C0F0FEAA-8F95-42C8-AED5-7A5D5CE3E693}" srcOrd="7" destOrd="0" presId="urn:microsoft.com/office/officeart/2005/8/layout/hierarchy1"/>
    <dgm:cxn modelId="{3CD1562D-CC61-47CE-873B-2C6D93CCA190}" type="presParOf" srcId="{C0F0FEAA-8F95-42C8-AED5-7A5D5CE3E693}" destId="{B45A648C-E7A4-4656-92CE-4136B2D3FC2A}" srcOrd="0" destOrd="0" presId="urn:microsoft.com/office/officeart/2005/8/layout/hierarchy1"/>
    <dgm:cxn modelId="{B2E2C764-37EC-405B-8475-8A1C44E0AF64}" type="presParOf" srcId="{B45A648C-E7A4-4656-92CE-4136B2D3FC2A}" destId="{528F73BF-D966-4652-8763-E9180E00894C}" srcOrd="0" destOrd="0" presId="urn:microsoft.com/office/officeart/2005/8/layout/hierarchy1"/>
    <dgm:cxn modelId="{8EC15554-6080-40D4-B395-AE86952EE4A1}" type="presParOf" srcId="{B45A648C-E7A4-4656-92CE-4136B2D3FC2A}" destId="{E3D199A4-D36F-46D7-B6D9-5D0A52611A4C}" srcOrd="1" destOrd="0" presId="urn:microsoft.com/office/officeart/2005/8/layout/hierarchy1"/>
    <dgm:cxn modelId="{DF280FB3-40F2-4408-BD5E-C37C9FF8543B}" type="presParOf" srcId="{C0F0FEAA-8F95-42C8-AED5-7A5D5CE3E693}" destId="{E696573A-FE59-41B7-ADE3-33ACAF36AA01}" srcOrd="1" destOrd="0" presId="urn:microsoft.com/office/officeart/2005/8/layout/hierarchy1"/>
    <dgm:cxn modelId="{7598BA68-F42A-49EF-AD58-3686DA8CBC68}" type="presParOf" srcId="{3A09FD30-3D97-476D-9206-6DEF5D5533C1}" destId="{A8DCF491-F2B3-4C66-8ABF-6637999B1EC1}" srcOrd="8" destOrd="0" presId="urn:microsoft.com/office/officeart/2005/8/layout/hierarchy1"/>
    <dgm:cxn modelId="{1B620BC6-9623-44B5-8E38-EDCA1C97830E}" type="presParOf" srcId="{3A09FD30-3D97-476D-9206-6DEF5D5533C1}" destId="{329A2B88-85FD-40F9-A698-4C28653F2E68}" srcOrd="9" destOrd="0" presId="urn:microsoft.com/office/officeart/2005/8/layout/hierarchy1"/>
    <dgm:cxn modelId="{5D19EA47-31BB-453C-AD9B-8191DD240E4A}" type="presParOf" srcId="{329A2B88-85FD-40F9-A698-4C28653F2E68}" destId="{BA59C3A2-CEC3-42F5-BCFD-1DECB31D8CBE}" srcOrd="0" destOrd="0" presId="urn:microsoft.com/office/officeart/2005/8/layout/hierarchy1"/>
    <dgm:cxn modelId="{68A4AE05-0D33-4F39-B1A8-CEA7126EBBD2}" type="presParOf" srcId="{BA59C3A2-CEC3-42F5-BCFD-1DECB31D8CBE}" destId="{3B4876F0-BF1A-49F3-A5DC-F07BD30D543C}" srcOrd="0" destOrd="0" presId="urn:microsoft.com/office/officeart/2005/8/layout/hierarchy1"/>
    <dgm:cxn modelId="{8E4721BA-4DDB-4C00-870C-CBB2E23B4F7F}" type="presParOf" srcId="{BA59C3A2-CEC3-42F5-BCFD-1DECB31D8CBE}" destId="{7B0B6138-778C-4B9E-AA81-64E60C58E106}" srcOrd="1" destOrd="0" presId="urn:microsoft.com/office/officeart/2005/8/layout/hierarchy1"/>
    <dgm:cxn modelId="{635EB658-63E9-449C-BD0E-F6B388D65DAB}" type="presParOf" srcId="{329A2B88-85FD-40F9-A698-4C28653F2E68}" destId="{2C3BF749-DDB6-49B7-91E2-4F23E5BC053A}" srcOrd="1" destOrd="0" presId="urn:microsoft.com/office/officeart/2005/8/layout/hierarchy1"/>
    <dgm:cxn modelId="{9E963256-E0B9-4E25-B100-DF71929F7819}" type="presParOf" srcId="{158DD9B6-60BC-2441-9B3A-ABE4E09BA18B}" destId="{34C8E0F9-29E4-4FD4-A544-22F89E7CC9D9}" srcOrd="4" destOrd="0" presId="urn:microsoft.com/office/officeart/2005/8/layout/hierarchy1"/>
    <dgm:cxn modelId="{F45AFEA7-9640-47E7-BD6B-C60FD3209FA6}" type="presParOf" srcId="{158DD9B6-60BC-2441-9B3A-ABE4E09BA18B}" destId="{5D6152B1-BA0F-4B12-B7A0-770F4F9C6810}" srcOrd="5" destOrd="0" presId="urn:microsoft.com/office/officeart/2005/8/layout/hierarchy1"/>
    <dgm:cxn modelId="{B86467CF-3B4B-40AE-890A-F57F50C801E5}" type="presParOf" srcId="{5D6152B1-BA0F-4B12-B7A0-770F4F9C6810}" destId="{1F2777FE-A0DC-4F3B-A9AD-38289662A7B2}" srcOrd="0" destOrd="0" presId="urn:microsoft.com/office/officeart/2005/8/layout/hierarchy1"/>
    <dgm:cxn modelId="{7A3A1FD3-FE52-4CE0-9754-2396F527378D}" type="presParOf" srcId="{1F2777FE-A0DC-4F3B-A9AD-38289662A7B2}" destId="{63D24F0E-8995-4A16-AD4F-6C59EB643C35}" srcOrd="0" destOrd="0" presId="urn:microsoft.com/office/officeart/2005/8/layout/hierarchy1"/>
    <dgm:cxn modelId="{A936E7C9-429E-4D84-83DC-04C9418DC3AE}" type="presParOf" srcId="{1F2777FE-A0DC-4F3B-A9AD-38289662A7B2}" destId="{A556DAA3-8907-4F48-B4FF-FECB32667592}" srcOrd="1" destOrd="0" presId="urn:microsoft.com/office/officeart/2005/8/layout/hierarchy1"/>
    <dgm:cxn modelId="{8B7F44FE-B693-4B67-95A0-B5CDD694888A}" type="presParOf" srcId="{5D6152B1-BA0F-4B12-B7A0-770F4F9C6810}" destId="{14B35B22-DE87-41EC-BE2E-E342AE802F9A}" srcOrd="1" destOrd="0" presId="urn:microsoft.com/office/officeart/2005/8/layout/hierarchy1"/>
    <dgm:cxn modelId="{5ED9432F-479F-4056-8209-41C2626C63A1}" type="presParOf" srcId="{14B35B22-DE87-41EC-BE2E-E342AE802F9A}" destId="{4CD0362F-5727-4069-8DDC-5D65B6D5EC35}" srcOrd="0" destOrd="0" presId="urn:microsoft.com/office/officeart/2005/8/layout/hierarchy1"/>
    <dgm:cxn modelId="{39BDCC9F-EF00-4B27-8707-27E59B699882}" type="presParOf" srcId="{14B35B22-DE87-41EC-BE2E-E342AE802F9A}" destId="{053DFB90-6325-4F47-B526-35A8824C309C}" srcOrd="1" destOrd="0" presId="urn:microsoft.com/office/officeart/2005/8/layout/hierarchy1"/>
    <dgm:cxn modelId="{927C089E-5153-42CC-8822-AB36CC6A8843}" type="presParOf" srcId="{053DFB90-6325-4F47-B526-35A8824C309C}" destId="{F1FE4C44-6B21-448F-92DB-3F7538F7B49E}" srcOrd="0" destOrd="0" presId="urn:microsoft.com/office/officeart/2005/8/layout/hierarchy1"/>
    <dgm:cxn modelId="{230B6ED7-0D0A-4307-919C-616A710E2745}" type="presParOf" srcId="{F1FE4C44-6B21-448F-92DB-3F7538F7B49E}" destId="{20119B54-7889-4AA0-B90C-CDDA931358C0}" srcOrd="0" destOrd="0" presId="urn:microsoft.com/office/officeart/2005/8/layout/hierarchy1"/>
    <dgm:cxn modelId="{92207538-44EC-4061-96A8-371401A05EE7}" type="presParOf" srcId="{F1FE4C44-6B21-448F-92DB-3F7538F7B49E}" destId="{835AF22F-8DF9-41C5-B42A-AA12C687A6F7}" srcOrd="1" destOrd="0" presId="urn:microsoft.com/office/officeart/2005/8/layout/hierarchy1"/>
    <dgm:cxn modelId="{E3B46188-04E4-4051-A977-FCE5B88E8735}" type="presParOf" srcId="{053DFB90-6325-4F47-B526-35A8824C309C}" destId="{035E072A-9D84-47E4-9969-B6C03B6EDDF5}" srcOrd="1" destOrd="0" presId="urn:microsoft.com/office/officeart/2005/8/layout/hierarchy1"/>
    <dgm:cxn modelId="{B7DBBBCD-155E-4F03-BECF-8CA813477402}" type="presParOf" srcId="{14B35B22-DE87-41EC-BE2E-E342AE802F9A}" destId="{11B889C1-6CB9-4991-93EB-A859E24B0312}" srcOrd="2" destOrd="0" presId="urn:microsoft.com/office/officeart/2005/8/layout/hierarchy1"/>
    <dgm:cxn modelId="{003970DD-DD07-49E7-A269-24A012907F70}" type="presParOf" srcId="{14B35B22-DE87-41EC-BE2E-E342AE802F9A}" destId="{33F1DD9F-1953-4D40-A473-1508609F6509}" srcOrd="3" destOrd="0" presId="urn:microsoft.com/office/officeart/2005/8/layout/hierarchy1"/>
    <dgm:cxn modelId="{62766BA9-8744-4D59-BB16-5B4C51FCD872}" type="presParOf" srcId="{33F1DD9F-1953-4D40-A473-1508609F6509}" destId="{4C2FB3FF-91A2-4A66-9D80-21DDFAFCBAAC}" srcOrd="0" destOrd="0" presId="urn:microsoft.com/office/officeart/2005/8/layout/hierarchy1"/>
    <dgm:cxn modelId="{7294E9CD-41DE-48D3-A66F-DD7B96D63214}" type="presParOf" srcId="{4C2FB3FF-91A2-4A66-9D80-21DDFAFCBAAC}" destId="{07610260-AD35-4EF8-95C7-CF02F727FA5B}" srcOrd="0" destOrd="0" presId="urn:microsoft.com/office/officeart/2005/8/layout/hierarchy1"/>
    <dgm:cxn modelId="{914EC802-4F1B-4DD3-8B23-C7BD7F4F70C1}" type="presParOf" srcId="{4C2FB3FF-91A2-4A66-9D80-21DDFAFCBAAC}" destId="{A56A93F6-1FA1-4924-ACC8-79103967CAE2}" srcOrd="1" destOrd="0" presId="urn:microsoft.com/office/officeart/2005/8/layout/hierarchy1"/>
    <dgm:cxn modelId="{B83A273D-F809-4101-A05D-2BB10E787C37}" type="presParOf" srcId="{33F1DD9F-1953-4D40-A473-1508609F6509}" destId="{8AC58E2E-3DFD-4D7D-B16B-90E8A1E6E44C}" srcOrd="1" destOrd="0" presId="urn:microsoft.com/office/officeart/2005/8/layout/hierarchy1"/>
    <dgm:cxn modelId="{FEFCEAF8-275C-4C8D-9776-32E7DBC646BF}" type="presParOf" srcId="{158DD9B6-60BC-2441-9B3A-ABE4E09BA18B}" destId="{7992F906-5C17-4464-9BA2-F37DCA22ABC3}" srcOrd="6" destOrd="0" presId="urn:microsoft.com/office/officeart/2005/8/layout/hierarchy1"/>
    <dgm:cxn modelId="{2B120710-CC23-41A1-A40A-19E0AA511C56}" type="presParOf" srcId="{158DD9B6-60BC-2441-9B3A-ABE4E09BA18B}" destId="{717336E7-FB9B-4FFD-B138-00AA25DEB354}" srcOrd="7" destOrd="0" presId="urn:microsoft.com/office/officeart/2005/8/layout/hierarchy1"/>
    <dgm:cxn modelId="{B694A25C-6B61-4574-853A-AE1C13983AE0}" type="presParOf" srcId="{717336E7-FB9B-4FFD-B138-00AA25DEB354}" destId="{B2675EF3-9CBD-4E12-B1DB-39E127D48958}" srcOrd="0" destOrd="0" presId="urn:microsoft.com/office/officeart/2005/8/layout/hierarchy1"/>
    <dgm:cxn modelId="{20508797-B1FD-4E04-A5A6-60BCCA55C04E}" type="presParOf" srcId="{B2675EF3-9CBD-4E12-B1DB-39E127D48958}" destId="{0585EB58-902F-49D5-A8B7-339C0C775A63}" srcOrd="0" destOrd="0" presId="urn:microsoft.com/office/officeart/2005/8/layout/hierarchy1"/>
    <dgm:cxn modelId="{F7D84465-B6E2-4BCC-812D-C470C288DC96}" type="presParOf" srcId="{B2675EF3-9CBD-4E12-B1DB-39E127D48958}" destId="{C83D6498-D3E9-4BF1-87D2-80C6B91CEA74}" srcOrd="1" destOrd="0" presId="urn:microsoft.com/office/officeart/2005/8/layout/hierarchy1"/>
    <dgm:cxn modelId="{0E7D81B6-0800-4F7E-A38F-D23CE8EEC328}" type="presParOf" srcId="{717336E7-FB9B-4FFD-B138-00AA25DEB354}" destId="{885631DF-B55E-4C5A-8CA9-F2782A4A48C6}" srcOrd="1" destOrd="0" presId="urn:microsoft.com/office/officeart/2005/8/layout/hierarchy1"/>
    <dgm:cxn modelId="{73E62ADA-F907-4FF5-A24B-54BDF0AEBF98}" type="presParOf" srcId="{885631DF-B55E-4C5A-8CA9-F2782A4A48C6}" destId="{74810CEF-FC62-44A5-A6D8-94806526C998}" srcOrd="0" destOrd="0" presId="urn:microsoft.com/office/officeart/2005/8/layout/hierarchy1"/>
    <dgm:cxn modelId="{7E99D9B8-B891-447A-BE9B-EFB7F8D16DED}" type="presParOf" srcId="{885631DF-B55E-4C5A-8CA9-F2782A4A48C6}" destId="{FA352081-4D85-4BEC-AD20-C426A1719172}" srcOrd="1" destOrd="0" presId="urn:microsoft.com/office/officeart/2005/8/layout/hierarchy1"/>
    <dgm:cxn modelId="{C485773B-EAEB-4E2F-8D92-9A316230C3F0}" type="presParOf" srcId="{FA352081-4D85-4BEC-AD20-C426A1719172}" destId="{9E543E84-F89A-4EB8-AF95-3E40DB45B211}" srcOrd="0" destOrd="0" presId="urn:microsoft.com/office/officeart/2005/8/layout/hierarchy1"/>
    <dgm:cxn modelId="{B6B491A5-D742-408B-9328-B39F59E64A95}" type="presParOf" srcId="{9E543E84-F89A-4EB8-AF95-3E40DB45B211}" destId="{954A8F76-7EF6-4DD7-B5E7-BA46E1DBFB9F}" srcOrd="0" destOrd="0" presId="urn:microsoft.com/office/officeart/2005/8/layout/hierarchy1"/>
    <dgm:cxn modelId="{9EB3977F-D8E0-4D6A-8FB8-1BC25B1E8A3D}" type="presParOf" srcId="{9E543E84-F89A-4EB8-AF95-3E40DB45B211}" destId="{62FCB01E-988F-4887-BE15-13C200BF9C5D}" srcOrd="1" destOrd="0" presId="urn:microsoft.com/office/officeart/2005/8/layout/hierarchy1"/>
    <dgm:cxn modelId="{25357AB4-C9DE-4BF1-BCAA-C084FDFCF848}" type="presParOf" srcId="{FA352081-4D85-4BEC-AD20-C426A1719172}" destId="{B68BE13E-6431-4DB3-94FE-4CC442D298E2}" srcOrd="1" destOrd="0" presId="urn:microsoft.com/office/officeart/2005/8/layout/hierarchy1"/>
    <dgm:cxn modelId="{035EAFD5-AE38-4CEC-85BF-FECDE5DC760B}" type="presParOf" srcId="{5C49ECAC-5568-E44A-857C-15EC9EF0E8A5}" destId="{592F97CA-59C7-4A20-BF94-07CF36E26EA4}" srcOrd="6" destOrd="0" presId="urn:microsoft.com/office/officeart/2005/8/layout/hierarchy1"/>
    <dgm:cxn modelId="{E9EE9D12-CF3F-4E8F-849F-5EF759883C8F}" type="presParOf" srcId="{5C49ECAC-5568-E44A-857C-15EC9EF0E8A5}" destId="{06E65AAD-41A9-4C04-8527-E90DB1A83590}" srcOrd="7" destOrd="0" presId="urn:microsoft.com/office/officeart/2005/8/layout/hierarchy1"/>
    <dgm:cxn modelId="{7605B6F8-843D-41DE-BFEE-30ADE56873FF}" type="presParOf" srcId="{06E65AAD-41A9-4C04-8527-E90DB1A83590}" destId="{91733200-D1B7-4D28-9969-E936B2F7B67A}" srcOrd="0" destOrd="0" presId="urn:microsoft.com/office/officeart/2005/8/layout/hierarchy1"/>
    <dgm:cxn modelId="{D1FBAAF4-5D08-4179-BC54-61E83A957D8B}" type="presParOf" srcId="{91733200-D1B7-4D28-9969-E936B2F7B67A}" destId="{E8E112C4-4B87-4F5C-89EA-CAE85DEDE9A7}" srcOrd="0" destOrd="0" presId="urn:microsoft.com/office/officeart/2005/8/layout/hierarchy1"/>
    <dgm:cxn modelId="{CE419BAE-5D6E-46A9-A117-7D6754B6424E}" type="presParOf" srcId="{91733200-D1B7-4D28-9969-E936B2F7B67A}" destId="{3C61FCA2-BDF9-4F84-8FDE-36A51891C46B}" srcOrd="1" destOrd="0" presId="urn:microsoft.com/office/officeart/2005/8/layout/hierarchy1"/>
    <dgm:cxn modelId="{920D37D5-BC33-4CFF-A942-4E59BFF5E517}" type="presParOf" srcId="{06E65AAD-41A9-4C04-8527-E90DB1A83590}" destId="{9B6B6C22-C22A-4125-9EF0-CAA03E9EA4A7}" srcOrd="1" destOrd="0" presId="urn:microsoft.com/office/officeart/2005/8/layout/hierarchy1"/>
    <dgm:cxn modelId="{61C3AF73-1AAF-4344-9884-B27C000ACCC5}" type="presParOf" srcId="{9B6B6C22-C22A-4125-9EF0-CAA03E9EA4A7}" destId="{658B55B5-E05D-43E4-80BE-1DBD97A4541F}" srcOrd="0" destOrd="0" presId="urn:microsoft.com/office/officeart/2005/8/layout/hierarchy1"/>
    <dgm:cxn modelId="{7F1A2598-1FF9-4FFF-A5C7-6847C7D2C1BF}" type="presParOf" srcId="{9B6B6C22-C22A-4125-9EF0-CAA03E9EA4A7}" destId="{6E008E82-634A-41A1-9537-C45AA98C676B}" srcOrd="1" destOrd="0" presId="urn:microsoft.com/office/officeart/2005/8/layout/hierarchy1"/>
    <dgm:cxn modelId="{97CBFB5A-D3A8-4625-B299-6C76FD60B27E}" type="presParOf" srcId="{6E008E82-634A-41A1-9537-C45AA98C676B}" destId="{EB48B4DC-10C1-44F4-8976-DD35E07587CD}" srcOrd="0" destOrd="0" presId="urn:microsoft.com/office/officeart/2005/8/layout/hierarchy1"/>
    <dgm:cxn modelId="{5DB4CFBA-482B-463B-993F-3C21AA73D615}" type="presParOf" srcId="{EB48B4DC-10C1-44F4-8976-DD35E07587CD}" destId="{2E884C24-1DD4-4070-BE08-2844CC5C3B21}" srcOrd="0" destOrd="0" presId="urn:microsoft.com/office/officeart/2005/8/layout/hierarchy1"/>
    <dgm:cxn modelId="{C6EB7E11-4381-4C17-93A5-A2A9DEF115E4}" type="presParOf" srcId="{EB48B4DC-10C1-44F4-8976-DD35E07587CD}" destId="{68DBD28A-5018-4F3D-ABB8-46AFDE2114F1}" srcOrd="1" destOrd="0" presId="urn:microsoft.com/office/officeart/2005/8/layout/hierarchy1"/>
    <dgm:cxn modelId="{786089E8-5575-4952-9D37-02A15E959E39}" type="presParOf" srcId="{6E008E82-634A-41A1-9537-C45AA98C676B}" destId="{4464B617-3656-465D-81EF-AE2E0B484317}" srcOrd="1" destOrd="0" presId="urn:microsoft.com/office/officeart/2005/8/layout/hierarchy1"/>
    <dgm:cxn modelId="{6242211E-8E1F-49C4-B32F-847D089E2DAA}" type="presParOf" srcId="{9B6B6C22-C22A-4125-9EF0-CAA03E9EA4A7}" destId="{D299F0FC-1EE3-4D1D-B785-6D507ABE6066}" srcOrd="2" destOrd="0" presId="urn:microsoft.com/office/officeart/2005/8/layout/hierarchy1"/>
    <dgm:cxn modelId="{E0DB80D4-8043-4229-95B9-566248C3A0DC}" type="presParOf" srcId="{9B6B6C22-C22A-4125-9EF0-CAA03E9EA4A7}" destId="{C16F59C7-7500-435A-8C3C-AF65B2605233}" srcOrd="3" destOrd="0" presId="urn:microsoft.com/office/officeart/2005/8/layout/hierarchy1"/>
    <dgm:cxn modelId="{3EB2F392-F0F9-4B00-BE6B-5EAAF3F6D5DF}" type="presParOf" srcId="{C16F59C7-7500-435A-8C3C-AF65B2605233}" destId="{DA5BC034-C5DE-4F47-8146-F0715C1FF662}" srcOrd="0" destOrd="0" presId="urn:microsoft.com/office/officeart/2005/8/layout/hierarchy1"/>
    <dgm:cxn modelId="{D640AA67-3B90-4093-820E-9F08841F2C65}" type="presParOf" srcId="{DA5BC034-C5DE-4F47-8146-F0715C1FF662}" destId="{E0640A08-AF33-473D-894D-46E5A69433AD}" srcOrd="0" destOrd="0" presId="urn:microsoft.com/office/officeart/2005/8/layout/hierarchy1"/>
    <dgm:cxn modelId="{27422DAA-D315-4915-A93A-42D8EF387259}" type="presParOf" srcId="{DA5BC034-C5DE-4F47-8146-F0715C1FF662}" destId="{5A0983E0-F14A-487D-8EC5-B988DE0E90AB}" srcOrd="1" destOrd="0" presId="urn:microsoft.com/office/officeart/2005/8/layout/hierarchy1"/>
    <dgm:cxn modelId="{0DB4CE72-ED60-4746-B77E-958BB997A9FA}" type="presParOf" srcId="{C16F59C7-7500-435A-8C3C-AF65B2605233}" destId="{7E2197D2-6674-47F1-9A43-5925EB1F2845}" srcOrd="1" destOrd="0" presId="urn:microsoft.com/office/officeart/2005/8/layout/hierarchy1"/>
    <dgm:cxn modelId="{5C591DDD-10FD-4094-8D13-4778B125B30C}" type="presParOf" srcId="{9B6B6C22-C22A-4125-9EF0-CAA03E9EA4A7}" destId="{194AF2E7-2FEC-4262-8C1D-3551590F5191}" srcOrd="4" destOrd="0" presId="urn:microsoft.com/office/officeart/2005/8/layout/hierarchy1"/>
    <dgm:cxn modelId="{A9F1814A-E99E-42F4-B0B8-8872760D550E}" type="presParOf" srcId="{9B6B6C22-C22A-4125-9EF0-CAA03E9EA4A7}" destId="{CD8F8101-176C-4CF6-A050-590BC30AD958}" srcOrd="5" destOrd="0" presId="urn:microsoft.com/office/officeart/2005/8/layout/hierarchy1"/>
    <dgm:cxn modelId="{E2053AE5-959A-4539-AF11-5445EC76F6D9}" type="presParOf" srcId="{CD8F8101-176C-4CF6-A050-590BC30AD958}" destId="{D4EBCD37-73E0-4B9C-8EF6-A5CF2F0B89E1}" srcOrd="0" destOrd="0" presId="urn:microsoft.com/office/officeart/2005/8/layout/hierarchy1"/>
    <dgm:cxn modelId="{E6399CC0-E299-4679-89B1-6A0EE6E5E7D8}" type="presParOf" srcId="{D4EBCD37-73E0-4B9C-8EF6-A5CF2F0B89E1}" destId="{395BDAE0-7F3A-4F31-B61A-EAADECFD6F59}" srcOrd="0" destOrd="0" presId="urn:microsoft.com/office/officeart/2005/8/layout/hierarchy1"/>
    <dgm:cxn modelId="{2B0F5B8B-3BB7-463B-82F6-E82A8799A7CB}" type="presParOf" srcId="{D4EBCD37-73E0-4B9C-8EF6-A5CF2F0B89E1}" destId="{7D723DEF-0421-434F-8330-EF7DCDC23772}" srcOrd="1" destOrd="0" presId="urn:microsoft.com/office/officeart/2005/8/layout/hierarchy1"/>
    <dgm:cxn modelId="{15A13918-3E63-4464-97A6-DC841824494F}" type="presParOf" srcId="{CD8F8101-176C-4CF6-A050-590BC30AD958}" destId="{4E0510AC-7C89-4674-A7B3-63574E310C54}" srcOrd="1" destOrd="0" presId="urn:microsoft.com/office/officeart/2005/8/layout/hierarchy1"/>
    <dgm:cxn modelId="{D7DAE0E1-286F-4E0F-8AD5-95CD90C1A34F}" type="presParOf" srcId="{9B6B6C22-C22A-4125-9EF0-CAA03E9EA4A7}" destId="{33589461-390A-4281-81F8-840DFC8B81A3}" srcOrd="6" destOrd="0" presId="urn:microsoft.com/office/officeart/2005/8/layout/hierarchy1"/>
    <dgm:cxn modelId="{3F63991F-4EEF-4459-ACE3-3451A5D18FEF}" type="presParOf" srcId="{9B6B6C22-C22A-4125-9EF0-CAA03E9EA4A7}" destId="{C3F42DCB-FF90-4437-98C8-E18CB7F41F3D}" srcOrd="7" destOrd="0" presId="urn:microsoft.com/office/officeart/2005/8/layout/hierarchy1"/>
    <dgm:cxn modelId="{5F238CA5-7E83-4943-AD0D-71FC2B34DD0E}" type="presParOf" srcId="{C3F42DCB-FF90-4437-98C8-E18CB7F41F3D}" destId="{885A6F01-1B97-4481-9587-D16FAEA7CC79}" srcOrd="0" destOrd="0" presId="urn:microsoft.com/office/officeart/2005/8/layout/hierarchy1"/>
    <dgm:cxn modelId="{B321D1C3-433E-481C-9CDD-40A024F3A34B}" type="presParOf" srcId="{885A6F01-1B97-4481-9587-D16FAEA7CC79}" destId="{E801C499-0074-460E-A146-8875AC37346B}" srcOrd="0" destOrd="0" presId="urn:microsoft.com/office/officeart/2005/8/layout/hierarchy1"/>
    <dgm:cxn modelId="{BC3A20DA-6EDE-49B8-9F43-897CE0C88E9C}" type="presParOf" srcId="{885A6F01-1B97-4481-9587-D16FAEA7CC79}" destId="{5E1D474E-508C-49DE-B6ED-3A7F19C06A23}" srcOrd="1" destOrd="0" presId="urn:microsoft.com/office/officeart/2005/8/layout/hierarchy1"/>
    <dgm:cxn modelId="{40EF57AA-4126-427C-B1DC-82CE6703AA7F}" type="presParOf" srcId="{C3F42DCB-FF90-4437-98C8-E18CB7F41F3D}" destId="{A7EE7E51-E2A7-41FF-8640-0F3BF14C60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D8629-848B-4944-9471-C18C04288B4E}">
      <dsp:nvSpPr>
        <dsp:cNvPr id="0" name=""/>
        <dsp:cNvSpPr/>
      </dsp:nvSpPr>
      <dsp:spPr>
        <a:xfrm>
          <a:off x="2399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37A63-B7FC-564F-BE04-1E9B0C28B429}">
      <dsp:nvSpPr>
        <dsp:cNvPr id="0" name=""/>
        <dsp:cNvSpPr/>
      </dsp:nvSpPr>
      <dsp:spPr>
        <a:xfrm>
          <a:off x="132324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Project Goal</a:t>
          </a:r>
        </a:p>
      </dsp:txBody>
      <dsp:txXfrm>
        <a:off x="154072" y="906422"/>
        <a:ext cx="1125826" cy="699023"/>
      </dsp:txXfrm>
    </dsp:sp>
    <dsp:sp modelId="{31A1B010-BC44-A542-B40A-845955C0FA85}">
      <dsp:nvSpPr>
        <dsp:cNvPr id="0" name=""/>
        <dsp:cNvSpPr/>
      </dsp:nvSpPr>
      <dsp:spPr>
        <a:xfrm>
          <a:off x="1431571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00F94-8E67-C949-AF70-3D75417A189C}">
      <dsp:nvSpPr>
        <dsp:cNvPr id="0" name=""/>
        <dsp:cNvSpPr/>
      </dsp:nvSpPr>
      <dsp:spPr>
        <a:xfrm>
          <a:off x="1561495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Phases</a:t>
          </a:r>
        </a:p>
      </dsp:txBody>
      <dsp:txXfrm>
        <a:off x="1583243" y="906422"/>
        <a:ext cx="1125826" cy="699023"/>
      </dsp:txXfrm>
    </dsp:sp>
    <dsp:sp modelId="{45C8B40E-7096-4046-AA1B-D9B0F99315CF}">
      <dsp:nvSpPr>
        <dsp:cNvPr id="0" name=""/>
        <dsp:cNvSpPr/>
      </dsp:nvSpPr>
      <dsp:spPr>
        <a:xfrm>
          <a:off x="2860742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2A21B-5768-2245-AE92-89794AEE8916}">
      <dsp:nvSpPr>
        <dsp:cNvPr id="0" name=""/>
        <dsp:cNvSpPr/>
      </dsp:nvSpPr>
      <dsp:spPr>
        <a:xfrm>
          <a:off x="2990667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Stages</a:t>
          </a:r>
        </a:p>
      </dsp:txBody>
      <dsp:txXfrm>
        <a:off x="3012415" y="906422"/>
        <a:ext cx="1125826" cy="699023"/>
      </dsp:txXfrm>
    </dsp:sp>
    <dsp:sp modelId="{B36D39D6-D6C4-4840-9C14-711CFCB9FB46}">
      <dsp:nvSpPr>
        <dsp:cNvPr id="0" name=""/>
        <dsp:cNvSpPr/>
      </dsp:nvSpPr>
      <dsp:spPr>
        <a:xfrm>
          <a:off x="4289914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427C1-C1EC-DB4A-9FE1-BA245B41E175}">
      <dsp:nvSpPr>
        <dsp:cNvPr id="0" name=""/>
        <dsp:cNvSpPr/>
      </dsp:nvSpPr>
      <dsp:spPr>
        <a:xfrm>
          <a:off x="4419838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Activities/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Deliverables</a:t>
          </a:r>
        </a:p>
      </dsp:txBody>
      <dsp:txXfrm>
        <a:off x="4441586" y="906422"/>
        <a:ext cx="1125826" cy="699023"/>
      </dsp:txXfrm>
    </dsp:sp>
    <dsp:sp modelId="{EEB7F8B6-B314-2044-A89E-7BD7C1199DDD}">
      <dsp:nvSpPr>
        <dsp:cNvPr id="0" name=""/>
        <dsp:cNvSpPr/>
      </dsp:nvSpPr>
      <dsp:spPr>
        <a:xfrm>
          <a:off x="5719085" y="761246"/>
          <a:ext cx="1169322" cy="742519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C05BA-02E1-0C42-BA91-C55DF820E0AF}">
      <dsp:nvSpPr>
        <dsp:cNvPr id="0" name=""/>
        <dsp:cNvSpPr/>
      </dsp:nvSpPr>
      <dsp:spPr>
        <a:xfrm>
          <a:off x="5849010" y="884674"/>
          <a:ext cx="1169322" cy="74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Tasks</a:t>
          </a:r>
        </a:p>
      </dsp:txBody>
      <dsp:txXfrm>
        <a:off x="5870758" y="906422"/>
        <a:ext cx="1125826" cy="6990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589461-390A-4281-81F8-840DFC8B81A3}">
      <dsp:nvSpPr>
        <dsp:cNvPr id="0" name=""/>
        <dsp:cNvSpPr/>
      </dsp:nvSpPr>
      <dsp:spPr>
        <a:xfrm>
          <a:off x="10862434" y="1818384"/>
          <a:ext cx="553850" cy="816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6467"/>
              </a:lnTo>
              <a:lnTo>
                <a:pt x="553850" y="776467"/>
              </a:lnTo>
              <a:lnTo>
                <a:pt x="553850" y="8167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4AF2E7-2FEC-4262-8C1D-3551590F5191}">
      <dsp:nvSpPr>
        <dsp:cNvPr id="0" name=""/>
        <dsp:cNvSpPr/>
      </dsp:nvSpPr>
      <dsp:spPr>
        <a:xfrm>
          <a:off x="10816714" y="1818384"/>
          <a:ext cx="91440" cy="8167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76467"/>
              </a:lnTo>
              <a:lnTo>
                <a:pt x="67734" y="776467"/>
              </a:lnTo>
              <a:lnTo>
                <a:pt x="67734" y="8167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9F0FC-1EE3-4D1D-B785-6D507ABE6066}">
      <dsp:nvSpPr>
        <dsp:cNvPr id="0" name=""/>
        <dsp:cNvSpPr/>
      </dsp:nvSpPr>
      <dsp:spPr>
        <a:xfrm>
          <a:off x="10352612" y="1818384"/>
          <a:ext cx="509822" cy="816777"/>
        </a:xfrm>
        <a:custGeom>
          <a:avLst/>
          <a:gdLst/>
          <a:ahLst/>
          <a:cxnLst/>
          <a:rect l="0" t="0" r="0" b="0"/>
          <a:pathLst>
            <a:path>
              <a:moveTo>
                <a:pt x="509822" y="0"/>
              </a:moveTo>
              <a:lnTo>
                <a:pt x="509822" y="776467"/>
              </a:lnTo>
              <a:lnTo>
                <a:pt x="0" y="776467"/>
              </a:lnTo>
              <a:lnTo>
                <a:pt x="0" y="8167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B55B5-E05D-43E4-80BE-1DBD97A4541F}">
      <dsp:nvSpPr>
        <dsp:cNvPr id="0" name=""/>
        <dsp:cNvSpPr/>
      </dsp:nvSpPr>
      <dsp:spPr>
        <a:xfrm>
          <a:off x="9820775" y="1818384"/>
          <a:ext cx="1041658" cy="816777"/>
        </a:xfrm>
        <a:custGeom>
          <a:avLst/>
          <a:gdLst/>
          <a:ahLst/>
          <a:cxnLst/>
          <a:rect l="0" t="0" r="0" b="0"/>
          <a:pathLst>
            <a:path>
              <a:moveTo>
                <a:pt x="1041658" y="0"/>
              </a:moveTo>
              <a:lnTo>
                <a:pt x="1041658" y="776467"/>
              </a:lnTo>
              <a:lnTo>
                <a:pt x="0" y="776467"/>
              </a:lnTo>
              <a:lnTo>
                <a:pt x="0" y="81677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F97CA-59C7-4A20-BF94-07CF36E26EA4}">
      <dsp:nvSpPr>
        <dsp:cNvPr id="0" name=""/>
        <dsp:cNvSpPr/>
      </dsp:nvSpPr>
      <dsp:spPr>
        <a:xfrm>
          <a:off x="5986068" y="857887"/>
          <a:ext cx="4876365" cy="5045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269"/>
              </a:lnTo>
              <a:lnTo>
                <a:pt x="4876365" y="464269"/>
              </a:lnTo>
              <a:lnTo>
                <a:pt x="4876365" y="50457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810CEF-FC62-44A5-A6D8-94806526C998}">
      <dsp:nvSpPr>
        <dsp:cNvPr id="0" name=""/>
        <dsp:cNvSpPr/>
      </dsp:nvSpPr>
      <dsp:spPr>
        <a:xfrm>
          <a:off x="10981486" y="3305268"/>
          <a:ext cx="91440" cy="1265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55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92F906-5C17-4464-9BA2-F37DCA22ABC3}">
      <dsp:nvSpPr>
        <dsp:cNvPr id="0" name=""/>
        <dsp:cNvSpPr/>
      </dsp:nvSpPr>
      <dsp:spPr>
        <a:xfrm>
          <a:off x="8574238" y="2902402"/>
          <a:ext cx="2452967" cy="126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2"/>
              </a:lnTo>
              <a:lnTo>
                <a:pt x="2452967" y="86242"/>
              </a:lnTo>
              <a:lnTo>
                <a:pt x="2452967" y="12655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B889C1-6CB9-4991-93EB-A859E24B0312}">
      <dsp:nvSpPr>
        <dsp:cNvPr id="0" name=""/>
        <dsp:cNvSpPr/>
      </dsp:nvSpPr>
      <dsp:spPr>
        <a:xfrm>
          <a:off x="10229451" y="3305268"/>
          <a:ext cx="121782" cy="919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8987"/>
              </a:lnTo>
              <a:lnTo>
                <a:pt x="121782" y="878987"/>
              </a:lnTo>
              <a:lnTo>
                <a:pt x="121782" y="91929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0362F-5727-4069-8DDC-5D65B6D5EC35}">
      <dsp:nvSpPr>
        <dsp:cNvPr id="0" name=""/>
        <dsp:cNvSpPr/>
      </dsp:nvSpPr>
      <dsp:spPr>
        <a:xfrm>
          <a:off x="9519116" y="3305268"/>
          <a:ext cx="710334" cy="817203"/>
        </a:xfrm>
        <a:custGeom>
          <a:avLst/>
          <a:gdLst/>
          <a:ahLst/>
          <a:cxnLst/>
          <a:rect l="0" t="0" r="0" b="0"/>
          <a:pathLst>
            <a:path>
              <a:moveTo>
                <a:pt x="710334" y="0"/>
              </a:moveTo>
              <a:lnTo>
                <a:pt x="710334" y="776892"/>
              </a:lnTo>
              <a:lnTo>
                <a:pt x="0" y="776892"/>
              </a:lnTo>
              <a:lnTo>
                <a:pt x="0" y="8172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C8E0F9-29E4-4FD4-A544-22F89E7CC9D9}">
      <dsp:nvSpPr>
        <dsp:cNvPr id="0" name=""/>
        <dsp:cNvSpPr/>
      </dsp:nvSpPr>
      <dsp:spPr>
        <a:xfrm>
          <a:off x="8574238" y="2902402"/>
          <a:ext cx="1655212" cy="126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2"/>
              </a:lnTo>
              <a:lnTo>
                <a:pt x="1655212" y="86242"/>
              </a:lnTo>
              <a:lnTo>
                <a:pt x="1655212" y="12655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DCF491-F2B3-4C66-8ABF-6637999B1EC1}">
      <dsp:nvSpPr>
        <dsp:cNvPr id="0" name=""/>
        <dsp:cNvSpPr/>
      </dsp:nvSpPr>
      <dsp:spPr>
        <a:xfrm>
          <a:off x="8368023" y="3305268"/>
          <a:ext cx="1063673" cy="126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2"/>
              </a:lnTo>
              <a:lnTo>
                <a:pt x="1063673" y="86242"/>
              </a:lnTo>
              <a:lnTo>
                <a:pt x="1063673" y="12655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25034-59C8-4617-BE5D-9D43D8AE4930}">
      <dsp:nvSpPr>
        <dsp:cNvPr id="0" name=""/>
        <dsp:cNvSpPr/>
      </dsp:nvSpPr>
      <dsp:spPr>
        <a:xfrm>
          <a:off x="8368023" y="3305268"/>
          <a:ext cx="531836" cy="126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2"/>
              </a:lnTo>
              <a:lnTo>
                <a:pt x="531836" y="86242"/>
              </a:lnTo>
              <a:lnTo>
                <a:pt x="531836" y="12655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4EA5D-AC02-483A-AEFE-052E3C619C07}">
      <dsp:nvSpPr>
        <dsp:cNvPr id="0" name=""/>
        <dsp:cNvSpPr/>
      </dsp:nvSpPr>
      <dsp:spPr>
        <a:xfrm>
          <a:off x="8322303" y="3305268"/>
          <a:ext cx="91440" cy="1265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55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676C42-CC2F-4293-B35C-8117B9034949}">
      <dsp:nvSpPr>
        <dsp:cNvPr id="0" name=""/>
        <dsp:cNvSpPr/>
      </dsp:nvSpPr>
      <dsp:spPr>
        <a:xfrm>
          <a:off x="7836186" y="3305268"/>
          <a:ext cx="531836" cy="126552"/>
        </a:xfrm>
        <a:custGeom>
          <a:avLst/>
          <a:gdLst/>
          <a:ahLst/>
          <a:cxnLst/>
          <a:rect l="0" t="0" r="0" b="0"/>
          <a:pathLst>
            <a:path>
              <a:moveTo>
                <a:pt x="531836" y="0"/>
              </a:moveTo>
              <a:lnTo>
                <a:pt x="531836" y="86242"/>
              </a:lnTo>
              <a:lnTo>
                <a:pt x="0" y="86242"/>
              </a:lnTo>
              <a:lnTo>
                <a:pt x="0" y="12655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40FC7C-C84A-4D51-B3EC-584459ED5885}">
      <dsp:nvSpPr>
        <dsp:cNvPr id="0" name=""/>
        <dsp:cNvSpPr/>
      </dsp:nvSpPr>
      <dsp:spPr>
        <a:xfrm>
          <a:off x="7304350" y="3305268"/>
          <a:ext cx="1063673" cy="126552"/>
        </a:xfrm>
        <a:custGeom>
          <a:avLst/>
          <a:gdLst/>
          <a:ahLst/>
          <a:cxnLst/>
          <a:rect l="0" t="0" r="0" b="0"/>
          <a:pathLst>
            <a:path>
              <a:moveTo>
                <a:pt x="1063673" y="0"/>
              </a:moveTo>
              <a:lnTo>
                <a:pt x="1063673" y="86242"/>
              </a:lnTo>
              <a:lnTo>
                <a:pt x="0" y="86242"/>
              </a:lnTo>
              <a:lnTo>
                <a:pt x="0" y="12655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F58E95-1E2E-4C4C-B746-12E10503717A}">
      <dsp:nvSpPr>
        <dsp:cNvPr id="0" name=""/>
        <dsp:cNvSpPr/>
      </dsp:nvSpPr>
      <dsp:spPr>
        <a:xfrm>
          <a:off x="8368023" y="2902402"/>
          <a:ext cx="206215" cy="126552"/>
        </a:xfrm>
        <a:custGeom>
          <a:avLst/>
          <a:gdLst/>
          <a:ahLst/>
          <a:cxnLst/>
          <a:rect l="0" t="0" r="0" b="0"/>
          <a:pathLst>
            <a:path>
              <a:moveTo>
                <a:pt x="206215" y="0"/>
              </a:moveTo>
              <a:lnTo>
                <a:pt x="206215" y="86242"/>
              </a:lnTo>
              <a:lnTo>
                <a:pt x="0" y="86242"/>
              </a:lnTo>
              <a:lnTo>
                <a:pt x="0" y="12655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CA3AFC-6867-4619-A9A1-A42AF8D5B3DC}">
      <dsp:nvSpPr>
        <dsp:cNvPr id="0" name=""/>
        <dsp:cNvSpPr/>
      </dsp:nvSpPr>
      <dsp:spPr>
        <a:xfrm>
          <a:off x="6240677" y="3414097"/>
          <a:ext cx="1057179" cy="86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0525"/>
              </a:lnTo>
              <a:lnTo>
                <a:pt x="1057179" y="820525"/>
              </a:lnTo>
              <a:lnTo>
                <a:pt x="1057179" y="86083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4A2D47-D5C8-4A32-A73A-519247B78516}">
      <dsp:nvSpPr>
        <dsp:cNvPr id="0" name=""/>
        <dsp:cNvSpPr/>
      </dsp:nvSpPr>
      <dsp:spPr>
        <a:xfrm>
          <a:off x="6240677" y="3414097"/>
          <a:ext cx="471612" cy="8429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2617"/>
              </a:lnTo>
              <a:lnTo>
                <a:pt x="471612" y="802617"/>
              </a:lnTo>
              <a:lnTo>
                <a:pt x="471612" y="8429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5814A-53FC-4D24-ADE7-6C5CED2BD8FC}">
      <dsp:nvSpPr>
        <dsp:cNvPr id="0" name=""/>
        <dsp:cNvSpPr/>
      </dsp:nvSpPr>
      <dsp:spPr>
        <a:xfrm>
          <a:off x="5982665" y="3414097"/>
          <a:ext cx="258012" cy="890686"/>
        </a:xfrm>
        <a:custGeom>
          <a:avLst/>
          <a:gdLst/>
          <a:ahLst/>
          <a:cxnLst/>
          <a:rect l="0" t="0" r="0" b="0"/>
          <a:pathLst>
            <a:path>
              <a:moveTo>
                <a:pt x="258012" y="0"/>
              </a:moveTo>
              <a:lnTo>
                <a:pt x="258012" y="850375"/>
              </a:lnTo>
              <a:lnTo>
                <a:pt x="0" y="850375"/>
              </a:lnTo>
              <a:lnTo>
                <a:pt x="0" y="89068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9F71A-1766-493B-B404-C5BB6B40AFEA}">
      <dsp:nvSpPr>
        <dsp:cNvPr id="0" name=""/>
        <dsp:cNvSpPr/>
      </dsp:nvSpPr>
      <dsp:spPr>
        <a:xfrm>
          <a:off x="6240677" y="2902402"/>
          <a:ext cx="2333561" cy="126552"/>
        </a:xfrm>
        <a:custGeom>
          <a:avLst/>
          <a:gdLst/>
          <a:ahLst/>
          <a:cxnLst/>
          <a:rect l="0" t="0" r="0" b="0"/>
          <a:pathLst>
            <a:path>
              <a:moveTo>
                <a:pt x="2333561" y="0"/>
              </a:moveTo>
              <a:lnTo>
                <a:pt x="2333561" y="86242"/>
              </a:lnTo>
              <a:lnTo>
                <a:pt x="0" y="86242"/>
              </a:lnTo>
              <a:lnTo>
                <a:pt x="0" y="126552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86068" y="857887"/>
          <a:ext cx="2588169" cy="1194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4493"/>
              </a:lnTo>
              <a:lnTo>
                <a:pt x="2588169" y="1154493"/>
              </a:lnTo>
              <a:lnTo>
                <a:pt x="2588169" y="119480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BCCBFC-6932-417A-987C-46DEAFCAAF4F}">
      <dsp:nvSpPr>
        <dsp:cNvPr id="0" name=""/>
        <dsp:cNvSpPr/>
      </dsp:nvSpPr>
      <dsp:spPr>
        <a:xfrm>
          <a:off x="4734907" y="3014679"/>
          <a:ext cx="368670" cy="975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4700"/>
              </a:lnTo>
              <a:lnTo>
                <a:pt x="368670" y="934700"/>
              </a:lnTo>
              <a:lnTo>
                <a:pt x="368670" y="97501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5699C6-A74D-4847-B365-7C191EC17A42}">
      <dsp:nvSpPr>
        <dsp:cNvPr id="0" name=""/>
        <dsp:cNvSpPr/>
      </dsp:nvSpPr>
      <dsp:spPr>
        <a:xfrm>
          <a:off x="4633128" y="3014679"/>
          <a:ext cx="101779" cy="1558560"/>
        </a:xfrm>
        <a:custGeom>
          <a:avLst/>
          <a:gdLst/>
          <a:ahLst/>
          <a:cxnLst/>
          <a:rect l="0" t="0" r="0" b="0"/>
          <a:pathLst>
            <a:path>
              <a:moveTo>
                <a:pt x="101779" y="0"/>
              </a:moveTo>
              <a:lnTo>
                <a:pt x="101779" y="1518249"/>
              </a:lnTo>
              <a:lnTo>
                <a:pt x="0" y="1518249"/>
              </a:lnTo>
              <a:lnTo>
                <a:pt x="0" y="155856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0618D8-D0CE-4F65-878C-A693C12AFC64}">
      <dsp:nvSpPr>
        <dsp:cNvPr id="0" name=""/>
        <dsp:cNvSpPr/>
      </dsp:nvSpPr>
      <dsp:spPr>
        <a:xfrm>
          <a:off x="3791906" y="3014679"/>
          <a:ext cx="943001" cy="1063768"/>
        </a:xfrm>
        <a:custGeom>
          <a:avLst/>
          <a:gdLst/>
          <a:ahLst/>
          <a:cxnLst/>
          <a:rect l="0" t="0" r="0" b="0"/>
          <a:pathLst>
            <a:path>
              <a:moveTo>
                <a:pt x="943001" y="0"/>
              </a:moveTo>
              <a:lnTo>
                <a:pt x="943001" y="1023457"/>
              </a:lnTo>
              <a:lnTo>
                <a:pt x="0" y="1023457"/>
              </a:lnTo>
              <a:lnTo>
                <a:pt x="0" y="10637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FA6F0-76DA-404C-98FF-73B28AB05757}">
      <dsp:nvSpPr>
        <dsp:cNvPr id="0" name=""/>
        <dsp:cNvSpPr/>
      </dsp:nvSpPr>
      <dsp:spPr>
        <a:xfrm>
          <a:off x="4734907" y="857887"/>
          <a:ext cx="1251161" cy="1194804"/>
        </a:xfrm>
        <a:custGeom>
          <a:avLst/>
          <a:gdLst/>
          <a:ahLst/>
          <a:cxnLst/>
          <a:rect l="0" t="0" r="0" b="0"/>
          <a:pathLst>
            <a:path>
              <a:moveTo>
                <a:pt x="1251161" y="0"/>
              </a:moveTo>
              <a:lnTo>
                <a:pt x="1251161" y="1154493"/>
              </a:lnTo>
              <a:lnTo>
                <a:pt x="0" y="1154493"/>
              </a:lnTo>
              <a:lnTo>
                <a:pt x="0" y="119480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A35C01-F482-46A3-8189-BE91A0E78AE8}">
      <dsp:nvSpPr>
        <dsp:cNvPr id="0" name=""/>
        <dsp:cNvSpPr/>
      </dsp:nvSpPr>
      <dsp:spPr>
        <a:xfrm>
          <a:off x="1783742" y="2696024"/>
          <a:ext cx="981478" cy="283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599"/>
              </a:lnTo>
              <a:lnTo>
                <a:pt x="981478" y="243599"/>
              </a:lnTo>
              <a:lnTo>
                <a:pt x="981478" y="2839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1140909" y="2696024"/>
          <a:ext cx="642832" cy="1616972"/>
        </a:xfrm>
        <a:custGeom>
          <a:avLst/>
          <a:gdLst/>
          <a:ahLst/>
          <a:cxnLst/>
          <a:rect l="0" t="0" r="0" b="0"/>
          <a:pathLst>
            <a:path>
              <a:moveTo>
                <a:pt x="642832" y="0"/>
              </a:moveTo>
              <a:lnTo>
                <a:pt x="642832" y="1576661"/>
              </a:lnTo>
              <a:lnTo>
                <a:pt x="0" y="1576661"/>
              </a:lnTo>
              <a:lnTo>
                <a:pt x="0" y="161697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550420" y="2696024"/>
          <a:ext cx="1233321" cy="126552"/>
        </a:xfrm>
        <a:custGeom>
          <a:avLst/>
          <a:gdLst/>
          <a:ahLst/>
          <a:cxnLst/>
          <a:rect l="0" t="0" r="0" b="0"/>
          <a:pathLst>
            <a:path>
              <a:moveTo>
                <a:pt x="1233321" y="0"/>
              </a:moveTo>
              <a:lnTo>
                <a:pt x="1233321" y="86242"/>
              </a:lnTo>
              <a:lnTo>
                <a:pt x="0" y="86242"/>
              </a:lnTo>
              <a:lnTo>
                <a:pt x="0" y="12655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1783742" y="857887"/>
          <a:ext cx="4202326" cy="1194804"/>
        </a:xfrm>
        <a:custGeom>
          <a:avLst/>
          <a:gdLst/>
          <a:ahLst/>
          <a:cxnLst/>
          <a:rect l="0" t="0" r="0" b="0"/>
          <a:pathLst>
            <a:path>
              <a:moveTo>
                <a:pt x="4202326" y="0"/>
              </a:moveTo>
              <a:lnTo>
                <a:pt x="4202326" y="1154493"/>
              </a:lnTo>
              <a:lnTo>
                <a:pt x="0" y="1154493"/>
              </a:lnTo>
              <a:lnTo>
                <a:pt x="0" y="119480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980547" y="149274"/>
          <a:ext cx="2011042" cy="7086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5028896" y="195205"/>
          <a:ext cx="2011042" cy="7086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b="0" i="0" kern="1200" dirty="0"/>
            <a:t>Career Path Prediction System</a:t>
          </a:r>
          <a:endParaRPr lang="en-GB" sz="1800" b="1" kern="1200" dirty="0"/>
        </a:p>
      </dsp:txBody>
      <dsp:txXfrm>
        <a:off x="5049651" y="215960"/>
        <a:ext cx="1969532" cy="667103"/>
      </dsp:txXfrm>
    </dsp:sp>
    <dsp:sp modelId="{98C76165-9034-1643-9104-9B92F7A95E7E}">
      <dsp:nvSpPr>
        <dsp:cNvPr id="0" name=""/>
        <dsp:cNvSpPr/>
      </dsp:nvSpPr>
      <dsp:spPr>
        <a:xfrm>
          <a:off x="1128683" y="2052692"/>
          <a:ext cx="1310116" cy="6433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1177032" y="2098623"/>
          <a:ext cx="1310116" cy="6433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1195875" y="2117466"/>
        <a:ext cx="1272430" cy="605645"/>
      </dsp:txXfrm>
    </dsp:sp>
    <dsp:sp modelId="{44BEB450-4BCD-F54F-A322-73AA595A8A41}">
      <dsp:nvSpPr>
        <dsp:cNvPr id="0" name=""/>
        <dsp:cNvSpPr/>
      </dsp:nvSpPr>
      <dsp:spPr>
        <a:xfrm>
          <a:off x="1370" y="2822577"/>
          <a:ext cx="1098099" cy="7571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49719" y="2868508"/>
          <a:ext cx="1098099" cy="7571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71895" y="2890684"/>
        <a:ext cx="1053747" cy="712782"/>
      </dsp:txXfrm>
    </dsp:sp>
    <dsp:sp modelId="{FEEC3C17-77DE-4445-9F57-EC26BC3F2F4C}">
      <dsp:nvSpPr>
        <dsp:cNvPr id="0" name=""/>
        <dsp:cNvSpPr/>
      </dsp:nvSpPr>
      <dsp:spPr>
        <a:xfrm>
          <a:off x="609565" y="4312997"/>
          <a:ext cx="1062687" cy="49958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657914" y="4358928"/>
          <a:ext cx="1062687" cy="4995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672546" y="4373560"/>
        <a:ext cx="1033423" cy="470321"/>
      </dsp:txXfrm>
    </dsp:sp>
    <dsp:sp modelId="{4F880DFC-E590-4030-907E-773F749DE06A}">
      <dsp:nvSpPr>
        <dsp:cNvPr id="0" name=""/>
        <dsp:cNvSpPr/>
      </dsp:nvSpPr>
      <dsp:spPr>
        <a:xfrm>
          <a:off x="2159940" y="2979934"/>
          <a:ext cx="1210560" cy="68868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B06CB-AD8E-4554-90F8-A7C3DA3671B8}">
      <dsp:nvSpPr>
        <dsp:cNvPr id="0" name=""/>
        <dsp:cNvSpPr/>
      </dsp:nvSpPr>
      <dsp:spPr>
        <a:xfrm>
          <a:off x="2208289" y="3025866"/>
          <a:ext cx="1210560" cy="6886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b="0" i="0" kern="1200" dirty="0"/>
            <a:t>Requirement Questionnaire</a:t>
          </a:r>
          <a:endParaRPr lang="en-GB" sz="1200" kern="1200" dirty="0"/>
        </a:p>
      </dsp:txBody>
      <dsp:txXfrm>
        <a:off x="2228460" y="3046037"/>
        <a:ext cx="1170218" cy="648346"/>
      </dsp:txXfrm>
    </dsp:sp>
    <dsp:sp modelId="{20B4DAD8-F2F0-4D8E-8784-2FA3C6EF7F71}">
      <dsp:nvSpPr>
        <dsp:cNvPr id="0" name=""/>
        <dsp:cNvSpPr/>
      </dsp:nvSpPr>
      <dsp:spPr>
        <a:xfrm>
          <a:off x="3918434" y="2052692"/>
          <a:ext cx="1632946" cy="9619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328D2-4DBF-4EFF-AF19-D029FBB81272}">
      <dsp:nvSpPr>
        <dsp:cNvPr id="0" name=""/>
        <dsp:cNvSpPr/>
      </dsp:nvSpPr>
      <dsp:spPr>
        <a:xfrm>
          <a:off x="3966783" y="2098623"/>
          <a:ext cx="1632946" cy="9619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3994959" y="2126799"/>
        <a:ext cx="1576594" cy="905635"/>
      </dsp:txXfrm>
    </dsp:sp>
    <dsp:sp modelId="{FB35535B-AD8C-4145-8139-371F355B396A}">
      <dsp:nvSpPr>
        <dsp:cNvPr id="0" name=""/>
        <dsp:cNvSpPr/>
      </dsp:nvSpPr>
      <dsp:spPr>
        <a:xfrm>
          <a:off x="3520385" y="4078448"/>
          <a:ext cx="543040" cy="4237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2D87F-7664-47FE-9381-AFFFD9B57A5F}">
      <dsp:nvSpPr>
        <dsp:cNvPr id="0" name=""/>
        <dsp:cNvSpPr/>
      </dsp:nvSpPr>
      <dsp:spPr>
        <a:xfrm>
          <a:off x="3568734" y="4124379"/>
          <a:ext cx="543040" cy="423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3581146" y="4136791"/>
        <a:ext cx="518216" cy="398960"/>
      </dsp:txXfrm>
    </dsp:sp>
    <dsp:sp modelId="{B1A35DE2-B6DA-42C5-A8B4-40EBF72DD45C}">
      <dsp:nvSpPr>
        <dsp:cNvPr id="0" name=""/>
        <dsp:cNvSpPr/>
      </dsp:nvSpPr>
      <dsp:spPr>
        <a:xfrm>
          <a:off x="4278638" y="4573239"/>
          <a:ext cx="708980" cy="3709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1EDDD-69FD-4BC8-BD1F-FDFC6CFF0152}">
      <dsp:nvSpPr>
        <dsp:cNvPr id="0" name=""/>
        <dsp:cNvSpPr/>
      </dsp:nvSpPr>
      <dsp:spPr>
        <a:xfrm>
          <a:off x="4326987" y="4619171"/>
          <a:ext cx="708980" cy="3709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4337853" y="4630037"/>
        <a:ext cx="687248" cy="349262"/>
      </dsp:txXfrm>
    </dsp:sp>
    <dsp:sp modelId="{1DFB9946-B81E-42C6-B05A-3C0A6B3260BC}">
      <dsp:nvSpPr>
        <dsp:cNvPr id="0" name=""/>
        <dsp:cNvSpPr/>
      </dsp:nvSpPr>
      <dsp:spPr>
        <a:xfrm>
          <a:off x="4754189" y="3989691"/>
          <a:ext cx="698776" cy="31224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1D262-AB2F-4E1D-9B4C-78FCD3C5B151}">
      <dsp:nvSpPr>
        <dsp:cNvPr id="0" name=""/>
        <dsp:cNvSpPr/>
      </dsp:nvSpPr>
      <dsp:spPr>
        <a:xfrm>
          <a:off x="4802538" y="4035622"/>
          <a:ext cx="698776" cy="3122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4811683" y="4044767"/>
        <a:ext cx="680486" cy="293952"/>
      </dsp:txXfrm>
    </dsp:sp>
    <dsp:sp modelId="{B1AEAF6C-B8B1-1748-805C-DEA9F80466AD}">
      <dsp:nvSpPr>
        <dsp:cNvPr id="0" name=""/>
        <dsp:cNvSpPr/>
      </dsp:nvSpPr>
      <dsp:spPr>
        <a:xfrm>
          <a:off x="7641968" y="2052692"/>
          <a:ext cx="1864540" cy="8497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690317" y="2098623"/>
          <a:ext cx="1864540" cy="849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715204" y="2123510"/>
        <a:ext cx="1814766" cy="799936"/>
      </dsp:txXfrm>
    </dsp:sp>
    <dsp:sp modelId="{0172FC40-0D31-4EF4-AEF8-4F665653AE8E}">
      <dsp:nvSpPr>
        <dsp:cNvPr id="0" name=""/>
        <dsp:cNvSpPr/>
      </dsp:nvSpPr>
      <dsp:spPr>
        <a:xfrm>
          <a:off x="5903701" y="3028955"/>
          <a:ext cx="673951" cy="3851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1640A-F8D8-4407-90B4-CE46D67163B5}">
      <dsp:nvSpPr>
        <dsp:cNvPr id="0" name=""/>
        <dsp:cNvSpPr/>
      </dsp:nvSpPr>
      <dsp:spPr>
        <a:xfrm>
          <a:off x="5952050" y="3074886"/>
          <a:ext cx="673951" cy="3851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200" b="0" i="0" kern="1200" dirty="0"/>
            <a:t> Design</a:t>
          </a:r>
          <a:endParaRPr lang="en-GB" sz="1200" kern="1200" dirty="0"/>
        </a:p>
      </dsp:txBody>
      <dsp:txXfrm>
        <a:off x="5963330" y="3086166"/>
        <a:ext cx="651391" cy="362581"/>
      </dsp:txXfrm>
    </dsp:sp>
    <dsp:sp modelId="{1E40BD05-75AB-4D8E-B015-F769811AA499}">
      <dsp:nvSpPr>
        <dsp:cNvPr id="0" name=""/>
        <dsp:cNvSpPr/>
      </dsp:nvSpPr>
      <dsp:spPr>
        <a:xfrm>
          <a:off x="5765095" y="4304783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574C1-AF21-4B64-AF18-A5A0F1DA3D15}">
      <dsp:nvSpPr>
        <dsp:cNvPr id="0" name=""/>
        <dsp:cNvSpPr/>
      </dsp:nvSpPr>
      <dsp:spPr>
        <a:xfrm>
          <a:off x="5813444" y="4350715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Data Cleaning</a:t>
          </a:r>
        </a:p>
      </dsp:txBody>
      <dsp:txXfrm>
        <a:off x="5821537" y="4358808"/>
        <a:ext cx="418952" cy="260127"/>
      </dsp:txXfrm>
    </dsp:sp>
    <dsp:sp modelId="{80C8CE55-BD3D-42A3-B4B6-7E973CC250EE}">
      <dsp:nvSpPr>
        <dsp:cNvPr id="0" name=""/>
        <dsp:cNvSpPr/>
      </dsp:nvSpPr>
      <dsp:spPr>
        <a:xfrm>
          <a:off x="6494720" y="4257025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64A38-2B96-49EC-B17E-DD361790F91F}">
      <dsp:nvSpPr>
        <dsp:cNvPr id="0" name=""/>
        <dsp:cNvSpPr/>
      </dsp:nvSpPr>
      <dsp:spPr>
        <a:xfrm>
          <a:off x="6543069" y="4302957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Feature Encoding</a:t>
          </a:r>
        </a:p>
      </dsp:txBody>
      <dsp:txXfrm>
        <a:off x="6551162" y="4311050"/>
        <a:ext cx="418952" cy="260127"/>
      </dsp:txXfrm>
    </dsp:sp>
    <dsp:sp modelId="{C9DB073F-512C-47B4-85F9-CA01F7D22F07}">
      <dsp:nvSpPr>
        <dsp:cNvPr id="0" name=""/>
        <dsp:cNvSpPr/>
      </dsp:nvSpPr>
      <dsp:spPr>
        <a:xfrm>
          <a:off x="7080287" y="4274933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189E5-E2DE-47F7-A45A-5A504FA91D30}">
      <dsp:nvSpPr>
        <dsp:cNvPr id="0" name=""/>
        <dsp:cNvSpPr/>
      </dsp:nvSpPr>
      <dsp:spPr>
        <a:xfrm>
          <a:off x="7128636" y="4320864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Train/Test Split</a:t>
          </a:r>
        </a:p>
      </dsp:txBody>
      <dsp:txXfrm>
        <a:off x="7136729" y="4328957"/>
        <a:ext cx="418952" cy="260127"/>
      </dsp:txXfrm>
    </dsp:sp>
    <dsp:sp modelId="{405786AF-F1D9-4127-910A-8551E23B7641}">
      <dsp:nvSpPr>
        <dsp:cNvPr id="0" name=""/>
        <dsp:cNvSpPr/>
      </dsp:nvSpPr>
      <dsp:spPr>
        <a:xfrm>
          <a:off x="8150454" y="3028955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E210A-D0A2-4E35-85F7-92E2EE2573BA}">
      <dsp:nvSpPr>
        <dsp:cNvPr id="0" name=""/>
        <dsp:cNvSpPr/>
      </dsp:nvSpPr>
      <dsp:spPr>
        <a:xfrm>
          <a:off x="8198802" y="3074886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Develop</a:t>
          </a:r>
        </a:p>
      </dsp:txBody>
      <dsp:txXfrm>
        <a:off x="8206895" y="3082979"/>
        <a:ext cx="418952" cy="260127"/>
      </dsp:txXfrm>
    </dsp:sp>
    <dsp:sp modelId="{0B44832C-850C-4FD4-8C49-B2F22F59227C}">
      <dsp:nvSpPr>
        <dsp:cNvPr id="0" name=""/>
        <dsp:cNvSpPr/>
      </dsp:nvSpPr>
      <dsp:spPr>
        <a:xfrm>
          <a:off x="7086780" y="3431821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19418-052E-47A8-BD10-EC7A2DE641F8}">
      <dsp:nvSpPr>
        <dsp:cNvPr id="0" name=""/>
        <dsp:cNvSpPr/>
      </dsp:nvSpPr>
      <dsp:spPr>
        <a:xfrm>
          <a:off x="7135129" y="347775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Decision Tree Model</a:t>
          </a:r>
        </a:p>
      </dsp:txBody>
      <dsp:txXfrm>
        <a:off x="7143222" y="3485846"/>
        <a:ext cx="418952" cy="260127"/>
      </dsp:txXfrm>
    </dsp:sp>
    <dsp:sp modelId="{96E70335-E44C-49A2-8217-88D6C6687774}">
      <dsp:nvSpPr>
        <dsp:cNvPr id="0" name=""/>
        <dsp:cNvSpPr/>
      </dsp:nvSpPr>
      <dsp:spPr>
        <a:xfrm>
          <a:off x="7618617" y="3431821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1B554-7421-4A05-B77F-C1B10DAF10CE}">
      <dsp:nvSpPr>
        <dsp:cNvPr id="0" name=""/>
        <dsp:cNvSpPr/>
      </dsp:nvSpPr>
      <dsp:spPr>
        <a:xfrm>
          <a:off x="7666966" y="347775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Random Forest Model</a:t>
          </a:r>
        </a:p>
      </dsp:txBody>
      <dsp:txXfrm>
        <a:off x="7675059" y="3485846"/>
        <a:ext cx="418952" cy="260127"/>
      </dsp:txXfrm>
    </dsp:sp>
    <dsp:sp modelId="{8834A391-2673-4792-8563-14DD437E5C33}">
      <dsp:nvSpPr>
        <dsp:cNvPr id="0" name=""/>
        <dsp:cNvSpPr/>
      </dsp:nvSpPr>
      <dsp:spPr>
        <a:xfrm>
          <a:off x="8150454" y="3431821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A75D3-0B5A-497C-9BC0-EFCA61BC1835}">
      <dsp:nvSpPr>
        <dsp:cNvPr id="0" name=""/>
        <dsp:cNvSpPr/>
      </dsp:nvSpPr>
      <dsp:spPr>
        <a:xfrm>
          <a:off x="8198802" y="347775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</a:t>
          </a:r>
          <a:r>
            <a:rPr lang="en-ID" sz="500" b="0" i="0" kern="1200" dirty="0" err="1"/>
            <a:t>XGBoost</a:t>
          </a:r>
          <a:r>
            <a:rPr lang="en-ID" sz="500" b="0" i="0" kern="1200" dirty="0"/>
            <a:t> Model</a:t>
          </a:r>
        </a:p>
      </dsp:txBody>
      <dsp:txXfrm>
        <a:off x="8206895" y="3485846"/>
        <a:ext cx="418952" cy="260127"/>
      </dsp:txXfrm>
    </dsp:sp>
    <dsp:sp modelId="{528F73BF-D966-4652-8763-E9180E00894C}">
      <dsp:nvSpPr>
        <dsp:cNvPr id="0" name=""/>
        <dsp:cNvSpPr/>
      </dsp:nvSpPr>
      <dsp:spPr>
        <a:xfrm>
          <a:off x="8682290" y="3431821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199A4-D36F-46D7-B6D9-5D0A52611A4C}">
      <dsp:nvSpPr>
        <dsp:cNvPr id="0" name=""/>
        <dsp:cNvSpPr/>
      </dsp:nvSpPr>
      <dsp:spPr>
        <a:xfrm>
          <a:off x="8730639" y="347775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Hyperparameter Tuning</a:t>
          </a:r>
        </a:p>
      </dsp:txBody>
      <dsp:txXfrm>
        <a:off x="8738732" y="3485846"/>
        <a:ext cx="418952" cy="260127"/>
      </dsp:txXfrm>
    </dsp:sp>
    <dsp:sp modelId="{3B4876F0-BF1A-49F3-A5DC-F07BD30D543C}">
      <dsp:nvSpPr>
        <dsp:cNvPr id="0" name=""/>
        <dsp:cNvSpPr/>
      </dsp:nvSpPr>
      <dsp:spPr>
        <a:xfrm>
          <a:off x="9214127" y="3431821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B6138-778C-4B9E-AA81-64E60C58E106}">
      <dsp:nvSpPr>
        <dsp:cNvPr id="0" name=""/>
        <dsp:cNvSpPr/>
      </dsp:nvSpPr>
      <dsp:spPr>
        <a:xfrm>
          <a:off x="9262475" y="347775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 err="1"/>
            <a:t>Streamlit</a:t>
          </a:r>
          <a:r>
            <a:rPr lang="en-ID" sz="500" b="0" i="0" kern="1200" dirty="0"/>
            <a:t> UI</a:t>
          </a:r>
        </a:p>
      </dsp:txBody>
      <dsp:txXfrm>
        <a:off x="9270568" y="3485846"/>
        <a:ext cx="418952" cy="260127"/>
      </dsp:txXfrm>
    </dsp:sp>
    <dsp:sp modelId="{63D24F0E-8995-4A16-AD4F-6C59EB643C35}">
      <dsp:nvSpPr>
        <dsp:cNvPr id="0" name=""/>
        <dsp:cNvSpPr/>
      </dsp:nvSpPr>
      <dsp:spPr>
        <a:xfrm>
          <a:off x="10011881" y="3028955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6DAA3-8907-4F48-B4FF-FECB32667592}">
      <dsp:nvSpPr>
        <dsp:cNvPr id="0" name=""/>
        <dsp:cNvSpPr/>
      </dsp:nvSpPr>
      <dsp:spPr>
        <a:xfrm>
          <a:off x="10060230" y="3074886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Test</a:t>
          </a:r>
        </a:p>
      </dsp:txBody>
      <dsp:txXfrm>
        <a:off x="10068323" y="3082979"/>
        <a:ext cx="418952" cy="260127"/>
      </dsp:txXfrm>
    </dsp:sp>
    <dsp:sp modelId="{20119B54-7889-4AA0-B90C-CDDA931358C0}">
      <dsp:nvSpPr>
        <dsp:cNvPr id="0" name=""/>
        <dsp:cNvSpPr/>
      </dsp:nvSpPr>
      <dsp:spPr>
        <a:xfrm>
          <a:off x="9301547" y="4122472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AF22F-8DF9-41C5-B42A-AA12C687A6F7}">
      <dsp:nvSpPr>
        <dsp:cNvPr id="0" name=""/>
        <dsp:cNvSpPr/>
      </dsp:nvSpPr>
      <dsp:spPr>
        <a:xfrm>
          <a:off x="9349896" y="416840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Model Evaluation</a:t>
          </a:r>
        </a:p>
      </dsp:txBody>
      <dsp:txXfrm>
        <a:off x="9357989" y="4176496"/>
        <a:ext cx="418952" cy="260127"/>
      </dsp:txXfrm>
    </dsp:sp>
    <dsp:sp modelId="{07610260-AD35-4EF8-95C7-CF02F727FA5B}">
      <dsp:nvSpPr>
        <dsp:cNvPr id="0" name=""/>
        <dsp:cNvSpPr/>
      </dsp:nvSpPr>
      <dsp:spPr>
        <a:xfrm>
          <a:off x="10133664" y="4224567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A93F6-1FA1-4924-ACC8-79103967CAE2}">
      <dsp:nvSpPr>
        <dsp:cNvPr id="0" name=""/>
        <dsp:cNvSpPr/>
      </dsp:nvSpPr>
      <dsp:spPr>
        <a:xfrm>
          <a:off x="10182013" y="4270498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App Testing &amp; Bug Fixing</a:t>
          </a:r>
        </a:p>
      </dsp:txBody>
      <dsp:txXfrm>
        <a:off x="10190106" y="4278591"/>
        <a:ext cx="418952" cy="260127"/>
      </dsp:txXfrm>
    </dsp:sp>
    <dsp:sp modelId="{0585EB58-902F-49D5-A8B7-339C0C775A63}">
      <dsp:nvSpPr>
        <dsp:cNvPr id="0" name=""/>
        <dsp:cNvSpPr/>
      </dsp:nvSpPr>
      <dsp:spPr>
        <a:xfrm>
          <a:off x="10809636" y="3028955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D6498-D3E9-4BF1-87D2-80C6B91CEA74}">
      <dsp:nvSpPr>
        <dsp:cNvPr id="0" name=""/>
        <dsp:cNvSpPr/>
      </dsp:nvSpPr>
      <dsp:spPr>
        <a:xfrm>
          <a:off x="10857985" y="3074886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Deploy</a:t>
          </a:r>
        </a:p>
      </dsp:txBody>
      <dsp:txXfrm>
        <a:off x="10866078" y="3082979"/>
        <a:ext cx="418952" cy="260127"/>
      </dsp:txXfrm>
    </dsp:sp>
    <dsp:sp modelId="{954A8F76-7EF6-4DD7-B5E7-BA46E1DBFB9F}">
      <dsp:nvSpPr>
        <dsp:cNvPr id="0" name=""/>
        <dsp:cNvSpPr/>
      </dsp:nvSpPr>
      <dsp:spPr>
        <a:xfrm>
          <a:off x="10809636" y="3431821"/>
          <a:ext cx="435138" cy="2763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CB01E-988F-4887-BE15-13C200BF9C5D}">
      <dsp:nvSpPr>
        <dsp:cNvPr id="0" name=""/>
        <dsp:cNvSpPr/>
      </dsp:nvSpPr>
      <dsp:spPr>
        <a:xfrm>
          <a:off x="10857985" y="347775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 err="1"/>
            <a:t>Streamlit</a:t>
          </a:r>
          <a:r>
            <a:rPr lang="en-ID" sz="500" b="0" i="0" kern="1200" dirty="0"/>
            <a:t> Cloud Deployment</a:t>
          </a:r>
        </a:p>
      </dsp:txBody>
      <dsp:txXfrm>
        <a:off x="10866078" y="3485846"/>
        <a:ext cx="418952" cy="260127"/>
      </dsp:txXfrm>
    </dsp:sp>
    <dsp:sp modelId="{E8E112C4-4B87-4F5C-89EA-CAE85DEDE9A7}">
      <dsp:nvSpPr>
        <dsp:cNvPr id="0" name=""/>
        <dsp:cNvSpPr/>
      </dsp:nvSpPr>
      <dsp:spPr>
        <a:xfrm>
          <a:off x="10516855" y="1362467"/>
          <a:ext cx="691157" cy="4559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1FCA2-BDF9-4F84-8FDE-36A51891C46B}">
      <dsp:nvSpPr>
        <dsp:cNvPr id="0" name=""/>
        <dsp:cNvSpPr/>
      </dsp:nvSpPr>
      <dsp:spPr>
        <a:xfrm>
          <a:off x="10565204" y="1408398"/>
          <a:ext cx="691157" cy="4559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900" b="1" i="0" kern="1200" dirty="0"/>
            <a:t> CLOSURE</a:t>
          </a:r>
        </a:p>
      </dsp:txBody>
      <dsp:txXfrm>
        <a:off x="10578557" y="1421751"/>
        <a:ext cx="664451" cy="429210"/>
      </dsp:txXfrm>
    </dsp:sp>
    <dsp:sp modelId="{2E884C24-1DD4-4070-BE08-2844CC5C3B21}">
      <dsp:nvSpPr>
        <dsp:cNvPr id="0" name=""/>
        <dsp:cNvSpPr/>
      </dsp:nvSpPr>
      <dsp:spPr>
        <a:xfrm>
          <a:off x="9603206" y="2635162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BD28A-5018-4F3D-ABB8-46AFDE2114F1}">
      <dsp:nvSpPr>
        <dsp:cNvPr id="0" name=""/>
        <dsp:cNvSpPr/>
      </dsp:nvSpPr>
      <dsp:spPr>
        <a:xfrm>
          <a:off x="9651554" y="268109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Lessons Learnt Log</a:t>
          </a:r>
        </a:p>
      </dsp:txBody>
      <dsp:txXfrm>
        <a:off x="9659647" y="2689186"/>
        <a:ext cx="418952" cy="260127"/>
      </dsp:txXfrm>
    </dsp:sp>
    <dsp:sp modelId="{E0640A08-AF33-473D-894D-46E5A69433AD}">
      <dsp:nvSpPr>
        <dsp:cNvPr id="0" name=""/>
        <dsp:cNvSpPr/>
      </dsp:nvSpPr>
      <dsp:spPr>
        <a:xfrm>
          <a:off x="10135042" y="2635162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983E0-F14A-487D-8EC5-B988DE0E90AB}">
      <dsp:nvSpPr>
        <dsp:cNvPr id="0" name=""/>
        <dsp:cNvSpPr/>
      </dsp:nvSpPr>
      <dsp:spPr>
        <a:xfrm>
          <a:off x="10183391" y="268109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Project Report</a:t>
          </a:r>
        </a:p>
      </dsp:txBody>
      <dsp:txXfrm>
        <a:off x="10191484" y="2689186"/>
        <a:ext cx="418952" cy="260127"/>
      </dsp:txXfrm>
    </dsp:sp>
    <dsp:sp modelId="{395BDAE0-7F3A-4F31-B61A-EAADECFD6F59}">
      <dsp:nvSpPr>
        <dsp:cNvPr id="0" name=""/>
        <dsp:cNvSpPr/>
      </dsp:nvSpPr>
      <dsp:spPr>
        <a:xfrm>
          <a:off x="10666879" y="2635162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23DEF-0421-434F-8330-EF7DCDC23772}">
      <dsp:nvSpPr>
        <dsp:cNvPr id="0" name=""/>
        <dsp:cNvSpPr/>
      </dsp:nvSpPr>
      <dsp:spPr>
        <a:xfrm>
          <a:off x="10715227" y="268109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README Documentation</a:t>
          </a:r>
        </a:p>
      </dsp:txBody>
      <dsp:txXfrm>
        <a:off x="10723320" y="2689186"/>
        <a:ext cx="418952" cy="260127"/>
      </dsp:txXfrm>
    </dsp:sp>
    <dsp:sp modelId="{E801C499-0074-460E-A146-8875AC37346B}">
      <dsp:nvSpPr>
        <dsp:cNvPr id="0" name=""/>
        <dsp:cNvSpPr/>
      </dsp:nvSpPr>
      <dsp:spPr>
        <a:xfrm>
          <a:off x="11198715" y="2635162"/>
          <a:ext cx="435138" cy="276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D474E-508C-49DE-B6ED-3A7F19C06A23}">
      <dsp:nvSpPr>
        <dsp:cNvPr id="0" name=""/>
        <dsp:cNvSpPr/>
      </dsp:nvSpPr>
      <dsp:spPr>
        <a:xfrm>
          <a:off x="11247064" y="2681093"/>
          <a:ext cx="435138" cy="276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500" b="0" i="0" kern="1200" dirty="0"/>
            <a:t> Final Presentation</a:t>
          </a:r>
        </a:p>
      </dsp:txBody>
      <dsp:txXfrm>
        <a:off x="11255157" y="2689186"/>
        <a:ext cx="418952" cy="260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5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hyperlink" Target="https://cloudcounselage.graphy.com/sessions/Project-Planning-64af88dcb308530823e2c19f" TargetMode="External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microsoft.com/office/2007/relationships/hdphoto" Target="../media/hdphoto1.wdp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ndustryacademiacommu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906E4-D58B-47CC-8283-E362D3DD4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8" r="4442" b="243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C517-4226-E44A-95EC-DCC249E5B48F}"/>
              </a:ext>
            </a:extLst>
          </p:cNvPr>
          <p:cNvSpPr txBox="1">
            <a:spLocks/>
          </p:cNvSpPr>
          <p:nvPr/>
        </p:nvSpPr>
        <p:spPr>
          <a:xfrm>
            <a:off x="9099036" y="5420874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161621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3">
        <p159:morph option="byObject"/>
      </p:transition>
    </mc:Choice>
    <mc:Fallback xmlns="">
      <p:transition spd="slow" advTm="6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11BA3030-6194-200B-5413-94B12EAACE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8537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57714-CE03-2B48-9B4E-D581F9F7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8" y="706402"/>
            <a:ext cx="5372101" cy="13393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+mn-lt"/>
              </a:rPr>
              <a:t>Using The </a:t>
            </a:r>
            <a:br>
              <a:rPr lang="en-US" sz="3600" b="1" dirty="0">
                <a:latin typeface="+mn-lt"/>
              </a:rPr>
            </a:br>
            <a:r>
              <a:rPr lang="en-US" sz="3100" b="1" dirty="0">
                <a:latin typeface="+mn-lt"/>
              </a:rPr>
              <a:t>WORK BREAKDOWN STRUCTURE </a:t>
            </a:r>
            <a:br>
              <a:rPr lang="en-US" sz="3600" b="1" dirty="0">
                <a:latin typeface="+mn-lt"/>
              </a:rPr>
            </a:br>
            <a:r>
              <a:rPr lang="en-US" sz="3100" dirty="0">
                <a:latin typeface="+mn-lt"/>
              </a:rPr>
              <a:t>Sheet</a:t>
            </a:r>
            <a:endParaRPr lang="en-US" sz="3600" dirty="0">
              <a:latin typeface="+mn-lt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13F0-A561-AD47-83B5-C32ED894E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95" y="2377048"/>
            <a:ext cx="4866468" cy="3109740"/>
          </a:xfrm>
        </p:spPr>
        <p:txBody>
          <a:bodyPr anchor="b">
            <a:noAutofit/>
          </a:bodyPr>
          <a:lstStyle/>
          <a:p>
            <a:r>
              <a:rPr lang="en-IN" sz="1600" dirty="0">
                <a:latin typeface="Segoe UI"/>
                <a:cs typeface="Segoe UI"/>
              </a:rPr>
              <a:t>Before submitting the file, please rename the file as </a:t>
            </a:r>
            <a:r>
              <a:rPr lang="en-IN" sz="1600" b="1" dirty="0">
                <a:latin typeface="Segoe UI"/>
                <a:cs typeface="Segoe UI"/>
              </a:rPr>
              <a:t>‘IAC IP23 – WBS – Your Domain Name – Your full name’ and submit as PDF</a:t>
            </a:r>
            <a:endParaRPr lang="en-IN" sz="1100" u="sng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The Work Breakdown Structure (WBS) provided is just a guideline, you are allowed to modify the same based on your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</a:rPr>
              <a:t>Given the timeline and deliverables the WBS is based on Waterfall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0" dirty="0">
                <a:effectLst/>
                <a:latin typeface="Segoe UI" panose="020B0502040204020203" pitchFamily="34" charset="0"/>
              </a:rPr>
              <a:t>Add tasks wherever required based on your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0" dirty="0">
                <a:effectLst/>
                <a:latin typeface="Segoe UI" panose="020B0502040204020203" pitchFamily="34" charset="0"/>
              </a:rPr>
              <a:t>Follow the below colours for Project hierarchy</a:t>
            </a:r>
          </a:p>
        </p:txBody>
      </p:sp>
      <p:pic>
        <p:nvPicPr>
          <p:cNvPr id="8" name="Picture 7" descr="Chart, pie chart&#10;&#10;Description automatically generated">
            <a:extLst>
              <a:ext uri="{FF2B5EF4-FFF2-40B4-BE49-F238E27FC236}">
                <a16:creationId xmlns:a16="http://schemas.microsoft.com/office/drawing/2014/main" id="{1BB69730-22D6-DA41-BC95-6D1BB7BBB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0437" y="328924"/>
            <a:ext cx="1218279" cy="932675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B19A716-4C11-E748-BC5E-ECEC1B7C1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975022"/>
              </p:ext>
            </p:extLst>
          </p:nvPr>
        </p:nvGraphicFramePr>
        <p:xfrm>
          <a:off x="254213" y="4836875"/>
          <a:ext cx="7020732" cy="2388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7D6076-F6F7-2444-9C8E-85A5D3B4F4B7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38F168-FFB8-3FE4-B3A1-6533AAE0CB2C}"/>
              </a:ext>
            </a:extLst>
          </p:cNvPr>
          <p:cNvSpPr txBox="1"/>
          <p:nvPr/>
        </p:nvSpPr>
        <p:spPr>
          <a:xfrm>
            <a:off x="1029419" y="1906438"/>
            <a:ext cx="479916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100" dirty="0"/>
              <a:t>Should you face any difficulty in completing this phase, please refer to </a:t>
            </a:r>
            <a:r>
              <a:rPr lang="en-IN" sz="1100" b="1" dirty="0"/>
              <a:t>'Project Planning' </a:t>
            </a:r>
            <a:r>
              <a:rPr lang="en-IN" sz="1100" dirty="0"/>
              <a:t>Workshop, </a:t>
            </a:r>
            <a:r>
              <a:rPr lang="en-IN" sz="1100" dirty="0">
                <a:hlinkClick r:id="rId11"/>
              </a:rPr>
              <a:t>https://cloudcounselage.graphy.com/sessions/Project-Planning-64af88dcb308530823e2c19f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57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IP26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‘Machine Learning’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650830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412239" y="-1971101"/>
            <a:ext cx="1781737" cy="4842197"/>
            <a:chOff x="0" y="0"/>
            <a:chExt cx="703896" cy="1912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1783646">
            <a:off x="-1006336" y="-743958"/>
            <a:ext cx="1727896" cy="3333140"/>
            <a:chOff x="0" y="0"/>
            <a:chExt cx="682626" cy="1316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0825160" y="-1966213"/>
            <a:ext cx="1781737" cy="4842197"/>
            <a:chOff x="0" y="0"/>
            <a:chExt cx="703896" cy="1912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6684">
            <a:off x="11470041" y="-743958"/>
            <a:ext cx="1727896" cy="3333140"/>
            <a:chOff x="0" y="0"/>
            <a:chExt cx="682626" cy="13167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-1804907">
            <a:off x="-1245617" y="4508896"/>
            <a:ext cx="1768489" cy="3411446"/>
            <a:chOff x="0" y="0"/>
            <a:chExt cx="682626" cy="13167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1820204">
            <a:off x="11664548" y="4508477"/>
            <a:ext cx="1768489" cy="3411446"/>
            <a:chOff x="0" y="0"/>
            <a:chExt cx="682626" cy="13167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-3580575">
            <a:off x="10483865" y="-1775583"/>
            <a:ext cx="1727896" cy="3333140"/>
            <a:chOff x="0" y="0"/>
            <a:chExt cx="682626" cy="13167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3600487">
            <a:off x="-20265" y="-1787765"/>
            <a:ext cx="1727896" cy="3333140"/>
            <a:chOff x="0" y="0"/>
            <a:chExt cx="682626" cy="13167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-2700000">
            <a:off x="11560080" y="246335"/>
            <a:ext cx="1243416" cy="12434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2700000">
            <a:off x="10453175" y="6354299"/>
            <a:ext cx="1243416" cy="124341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-2700000">
            <a:off x="495409" y="6354299"/>
            <a:ext cx="1243416" cy="124341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-2700000">
            <a:off x="-610793" y="246335"/>
            <a:ext cx="1243416" cy="1243416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8" name="AutoShape 38"/>
          <p:cNvSpPr/>
          <p:nvPr/>
        </p:nvSpPr>
        <p:spPr>
          <a:xfrm>
            <a:off x="5691076" y="5867400"/>
            <a:ext cx="708343" cy="0"/>
          </a:xfrm>
          <a:prstGeom prst="line">
            <a:avLst/>
          </a:prstGeom>
          <a:ln w="85725" cap="rnd">
            <a:solidFill>
              <a:srgbClr val="F59E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25425" y="234483"/>
            <a:ext cx="2189224" cy="1400369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935193" y="1856438"/>
            <a:ext cx="6171995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524"/>
              </a:lnSpc>
              <a:spcBef>
                <a:spcPct val="0"/>
              </a:spcBef>
            </a:pPr>
            <a:r>
              <a:rPr lang="en-US" sz="4660" b="1" dirty="0">
                <a:solidFill>
                  <a:srgbClr val="EA7317"/>
                </a:solidFill>
                <a:latin typeface="Calibri"/>
              </a:rPr>
              <a:t>Our Contact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49820" y="5294157"/>
            <a:ext cx="5283200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499"/>
              </a:lnSpc>
            </a:pP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Member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@</a:t>
            </a: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IndustryAcademiaCommunity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.com</a:t>
            </a:r>
            <a:endParaRPr lang="en-US" sz="1600" u="sng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0" name="Picture 49" descr="Qr code&#10;&#10;Description automatically generated">
            <a:extLst>
              <a:ext uri="{FF2B5EF4-FFF2-40B4-BE49-F238E27FC236}">
                <a16:creationId xmlns:a16="http://schemas.microsoft.com/office/drawing/2014/main" id="{5E4401F0-B2EE-F448-846C-6D2D491EB6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8000" r="9895" b="8000"/>
          <a:stretch/>
        </p:blipFill>
        <p:spPr>
          <a:xfrm>
            <a:off x="5080008" y="3019396"/>
            <a:ext cx="2034641" cy="2133600"/>
          </a:xfrm>
          <a:prstGeom prst="rect">
            <a:avLst/>
          </a:prstGeom>
        </p:spPr>
      </p:pic>
      <p:sp>
        <p:nvSpPr>
          <p:cNvPr id="55" name="TextBox 15">
            <a:extLst>
              <a:ext uri="{FF2B5EF4-FFF2-40B4-BE49-F238E27FC236}">
                <a16:creationId xmlns:a16="http://schemas.microsoft.com/office/drawing/2014/main" id="{B397D929-74BF-9A4D-B263-A172572E5C90}"/>
              </a:ext>
            </a:extLst>
          </p:cNvPr>
          <p:cNvSpPr txBox="1"/>
          <p:nvPr/>
        </p:nvSpPr>
        <p:spPr>
          <a:xfrm>
            <a:off x="2724787" y="6051642"/>
            <a:ext cx="6657733" cy="50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000"/>
              </a:lnSpc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You may even raise queries in the Q&amp;A section of your respective domain community on the IAC platform</a:t>
            </a:r>
            <a:endParaRPr lang="en-US" sz="1600" dirty="0">
              <a:solidFill>
                <a:srgbClr val="000000"/>
              </a:solidFill>
              <a:latin typeface="Calibri"/>
              <a:hlinkClick r:id="rId4" tooltip="https://industryacademiacommunity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23D5A83-F135-234F-A697-40F4A0FCB1CB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</a:t>
            </a:r>
            <a:r>
              <a:rPr lang="en-IN" sz="3600">
                <a:solidFill>
                  <a:srgbClr val="FF0000"/>
                </a:solidFill>
                <a:latin typeface="Segoe UI"/>
                <a:cs typeface="Segoe UI"/>
              </a:rPr>
              <a:t>this sheet </a:t>
            </a: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33112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6792</TotalTime>
  <Words>261</Words>
  <Application>Microsoft Office PowerPoint</Application>
  <PresentationFormat>Widescreen</PresentationFormat>
  <Paragraphs>52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Using The  WORK BREAKDOWN STRUCTURE  Sheet</vt:lpstr>
      <vt:lpstr>WORK BREAKDOWN STRUCTURE –  IP26 Live Project Deliverables–  ‘Machine Learning’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Chetan Katkar</cp:lastModifiedBy>
  <cp:revision>242</cp:revision>
  <dcterms:created xsi:type="dcterms:W3CDTF">2023-07-15T03:43:48Z</dcterms:created>
  <dcterms:modified xsi:type="dcterms:W3CDTF">2026-06-25T11:27:41Z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